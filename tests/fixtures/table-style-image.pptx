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>
  <a:tblStyle styleId="{11111111-1111-1111-1111-111111111111}">
    <a:wholeTbl>
      <a:tcStyle>
        <a:fill>
          <a:blipFill>
            <a:blip r:embed="rIdTexture"/>
            <a:srcRect l="10000"/>
            <a:tile sx="50000" sy="50000" flip="x"/>
          </a:blip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_rels/tableStyles.xml.rels><Relationships xmlns="http://schemas.openxmlformats.org/package/2006/relationships"><Relationship Id="rIdTexture" Type="http://schemas.openxmlformats.org/officeDocument/2006/relationships/image" Target="media/table-texture.jp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5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8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241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56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7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3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585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3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1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007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53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63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{11111111-1111-1111-1111-111111111111}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Diavetítés a képernyőre (4:3 oldalarány)</PresentationFormat>
  <Paragraphs>1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zolnai</dc:creator>
  <cp:lastModifiedBy>zolnai</cp:lastModifiedBy>
  <cp:revision>1</cp:revision>
  <dcterms:created xsi:type="dcterms:W3CDTF">2014-12-05T16:37:59Z</dcterms:created>
  <dcterms:modified xsi:type="dcterms:W3CDTF">2014-12-05T16:40:30Z</dcterms:modified>
</cp:coreProperties>
</file>