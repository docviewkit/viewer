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    <Relationships xmlns="http://schemas.openxmlformats.org/package/2006/relationships">
      <Relationship Id="rId1" Type="http://schemas.openxmlformats.org/officeDocument/2006/relationships/officeDocument" Target="ppt/presentation.xml"/>
      <Relationship Id="rId2" Type="http://schemas.openxmlformats.org/package/2006/relationships/metadata/core-properties" Target="docProps/core.xml"/>
      <Relationship Id="rId3" Type="http://schemas.openxmlformats.org/officeDocument/2006/relationships/extended-properties" Target="docProps/app.xml"/>
    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    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Visual baseline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l"/>
            <a:r>
              <a:rPr lang="zh-CN" sz="3000" b="1">
                <a:solidFill>
                  <a:srgbClr val="17324D"/>
                </a:solidFill>
                <a:latin typeface="Arial"/>
                <a:ea typeface="Noto Sans S Chinese"/>
              </a:rPr>
              <a:t>OfficeViewer 视觉基线</a:t>
            </a:r>
            <a:endParaRPr lang="zh-CN" sz="3000"/>
          </a:p>
        </p:txBody>
      </p:sp>
      <p:sp>
        <p:nvSpPr>
          <p:cNvPr id="3" name="Gradient card"/>
          <p:cNvSpPr/>
          <p:nvPr/>
        </p:nvSpPr>
        <p:spPr>
          <a:xfrm>
            <a:off x="571500" y="1524000"/>
            <a:ext cx="2857500" cy="2095500"/>
          </a:xfrm>
          <a:prstGeom prst="roundRect">
            <a:avLst/>
          </a:prstGeom>
          <a:gradFill rotWithShape="1">
            <a:gsLst>
              <a:gs pos="0">
                <a:srgbClr val="2F6BFF"/>
              </a:gs>
              <a:gs pos="100000">
                <a:srgbClr val="69A7FF"/>
              </a:gs>
            </a:gsLst>
            <a:lin ang="2700000" scaled="1"/>
          </a:gradFill>
          <a:ln w="19050">
            <a:solidFill>
              <a:srgbClr val="2857CE"/>
            </a:solidFill>
          </a:ln>
        </p:spPr>
        <p:txBody>
          <a:bodyPr wrap="square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ea typeface="Noto Sans S Chinese"/>
              </a:rPr>
              <a:t>渐变圆角卡片</a:t>
            </a:r>
            <a:endParaRPr lang="zh-CN" sz="1800"/>
          </a:p>
        </p:txBody>
      </p:sp>
      <p:sp>
        <p:nvSpPr>
          <p:cNvPr id="4" name="Circle"/>
          <p:cNvSpPr/>
          <p:nvPr/>
        </p:nvSpPr>
        <p:spPr>
          <a:xfrm>
            <a:off x="857250" y="2095500"/>
            <a:ext cx="762000" cy="762000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900" b="1">
                <a:solidFill>
                  <a:srgbClr val="2F6BFF"/>
                </a:solidFill>
                <a:latin typeface="Arial"/>
              </a:rPr>
              <a:t>01</a:t>
            </a:r>
            <a:endParaRPr lang="zh-CN" sz="1800"/>
          </a:p>
        </p:txBody>
      </p:sp>
      <p:sp>
        <p:nvSpPr>
          <p:cNvPr id="7" name="Rich text"/>
          <p:cNvSpPr txBox="1"/>
          <p:nvPr/>
        </p:nvSpPr>
        <p:spPr>
          <a:xfrm>
            <a:off x="4191000" y="1657350"/>
            <a:ext cx="4000500" cy="15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zh-CN" sz="2200" b="1">
                <a:solidFill>
                  <a:srgbClr val="17324D"/>
                </a:solidFill>
                <a:latin typeface="Arial"/>
                <a:ea typeface="Noto Sans S Chinese"/>
              </a:rPr>
              <a:t>真实文字 · </a:t>
            </a:r>
            <a:r>
              <a:rPr lang="en-US" sz="2200" i="1">
                <a:solidFill>
                  <a:srgbClr val="2F6BFF"/>
                </a:solidFill>
                <a:latin typeface="Arial"/>
              </a:rPr>
              <a:t>Rich Text</a:t>
            </a:r>
            <a:endParaRPr lang="zh-CN" sz="2200"/>
          </a:p>
          <a:p>
            <a:pPr algn="l" marL="0"/>
            <a:r>
              <a:rPr lang="zh-CN" sz="1500">
                <a:solidFill>
                  <a:srgbClr val="5F7185"/>
                </a:solidFill>
                <a:ea typeface="Noto Sans S Chinese"/>
              </a:rPr>
              <a:t>用于核对字体、字重、颜色、换行和基线。</a:t>
            </a:r>
            <a:endParaRPr lang="zh-CN" sz="1500"/>
          </a:p>
        </p:txBody>
      </p:sp>
      <p:sp>
        <p:nvSpPr>
          <p:cNvPr id="8" name="Rotated accent"/>
          <p:cNvSpPr/>
          <p:nvPr/>
        </p:nvSpPr>
        <p:spPr>
          <a:xfrm rot="600000">
            <a:off x="6905625" y="3238500"/>
            <a:ext cx="952500" cy="428625"/>
          </a:xfrm>
          <a:prstGeom prst="rect">
            <a:avLst/>
          </a:prstGeom>
          <a:solidFill>
            <a:srgbClr val="FFB020"/>
          </a:solidFill>
          <a:ln w="12700">
            <a:solidFill>
              <a:srgbClr val="E49100"/>
            </a:solidFill>
          </a:ln>
        </p:spPr>
      </p:sp>
      <p:sp>
        <p:nvSpPr>
          <p:cNvPr id="9" name="Footer rule"/>
          <p:cNvSpPr/>
          <p:nvPr/>
        </p:nvSpPr>
        <p:spPr>
          <a:xfrm>
            <a:off x="571500" y="4191000"/>
            <a:ext cx="8001000" cy="0"/>
          </a:xfrm>
          <a:prstGeom prst="line">
            <a:avLst/>
          </a:prstGeom>
          <a:noFill/>
          <a:ln w="12700">
            <a:solidFill>
              <a:srgbClr val="C7D2E1"/>
            </a:solidFill>
          </a:ln>
        </p:spPr>
      </p:sp>
      <p:sp>
        <p:nvSpPr>
          <p:cNvPr id="10" name="Footer"/>
          <p:cNvSpPr/>
          <p:nvPr/>
        </p:nvSpPr>
        <p:spPr>
          <a:xfrm>
            <a:off x="571500" y="430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100">
                <a:solidFill>
                  <a:srgbClr val="7C8DA1"/>
                </a:solidFill>
                <a:latin typeface="Arial"/>
              </a:rPr>
              <a:t>Reviewed read-only oracle · 960 × 540</a:t>
            </a:r>
            <a:endParaRPr lang="zh-CN" sz="18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OfficeViewer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OfficeViewer visual baseline</dc:title>
</cp:coreProperties>
</file>