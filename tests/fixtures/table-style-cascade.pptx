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>
  <a:tblStyle styleId="{11111111-1111-1111-1111-111111111111}" styleName="Table cascade regression">
    <a:tblBg>
      <a:fill>
        <a:solidFill>
          <a:srgbClr val="EEEEEE"/>
        </a:solidFill>
      </a:fill>
      <a:effectRef idx="1">
        <a:schemeClr val="accent1"/>
      </a:effectRef>
    </a:tblBg>
    <a:wholeTbl>
      <a:tcTxStyle b="off" i="on">
        <a:font>
          <a:latin typeface="Courier New"/>
          <a:ea typeface="Arial"/>
          <a:cs typeface="Arial"/>
        </a:font>
        <a:srgbClr val="112233"/>
      </a:tcTxStyle>
      <a:tcStyle>
        <a:tcBdr>
          <a:left>
            <a:ln w="9525">
              <a:solidFill>
                <a:srgbClr val="000000"/>
              </a:solidFill>
            </a:ln>
          </a:left>
          <a:right>
            <a:ln w="9525">
              <a:solidFill>
                <a:srgbClr val="000000"/>
              </a:solidFill>
            </a:ln>
          </a:right>
          <a:top>
            <a:ln w="9525">
              <a:solidFill>
                <a:srgbClr val="000000"/>
              </a:solidFill>
            </a:ln>
          </a:top>
          <a:bottom>
            <a:ln w="9525">
              <a:solidFill>
                <a:srgbClr val="000000"/>
              </a:solidFill>
            </a:ln>
          </a:bottom>
          <a:insideH>
            <a:ln w="9525">
              <a:solidFill>
                <a:srgbClr val="000000"/>
              </a:solidFill>
            </a:ln>
          </a:insideH>
          <a:insideV>
            <a:ln w="9525">
              <a:solidFill>
                <a:srgbClr val="000000"/>
              </a:solidFill>
            </a:ln>
          </a:insideV>
        </a:tcBdr>
        <a:fill>
          <a:solidFill>
            <a:srgbClr val="EEEEEE"/>
          </a:solidFill>
        </a:fill>
      </a:tcStyle>
    </a:wholeTbl>
    <a:band1H>
      <a:tcStyle>
        <a:tcBdr/>
        <a:fill>
          <a:solidFill>
            <a:srgbClr val="DDCCDD"/>
          </a:solidFill>
        </a:fill>
      </a:tcStyle>
    </a:band1H>
    <a:firstRow>
      <a:tcTxStyle b="on"/>
      <a:tcStyle>
        <a:tcBdr>
          <a:bottom>
            <a:ln w="38100">
              <a:solidFill>
                <a:srgbClr val="990099"/>
              </a:solidFill>
            </a:ln>
          </a:bottom>
        </a:tcBdr>
      </a:tcStyle>
    </a:firstRow>
    <a:firstCol>
      <a:tcStyle>
        <a:tcBdr>
          <a:right>
            <a:ln w="28575">
              <a:solidFill>
                <a:srgbClr val="009999"/>
              </a:solidFill>
            </a:ln>
          </a:right>
        </a:tcBdr>
      </a:tcStyle>
    </a:firstCol>
    <a:nwCell>
      <a:tcTxStyle b="off" i="off">
        <a:font>
          <a:latin typeface="Arial"/>
        </a:font>
      </a:tcTxStyle>
      <a:tcStyle>
        <a:tcBdr/>
        <a:fill>
          <a:solidFill>
            <a:srgbClr val="FF0000"/>
          </a:solidFill>
        </a:fill>
      </a:tcStyle>
    </a:nwCell>
    <a:neCell>
      <a:tcTxStyle b="off" i="off">
        <a:font>
          <a:latin typeface="Arial"/>
        </a:font>
      </a:tcTxStyle>
      <a:tcStyle>
        <a:tcBdr/>
        <a:fill>
          <a:solidFill>
            <a:srgbClr val="00FF00"/>
          </a:solidFill>
        </a:fill>
      </a:tcStyle>
    </a:neCell>
    <a:swCell>
      <a:tcTxStyle b="off" i="off">
        <a:font>
          <a:latin typeface="Arial"/>
        </a:font>
      </a:tcTxStyle>
      <a:tcStyle>
        <a:tcBdr/>
        <a:fill>
          <a:solidFill>
            <a:srgbClr val="0000FF"/>
          </a:solidFill>
        </a:fill>
      </a:tcStyle>
    </a:swCell>
    <a:seCell>
      <a:tcTxStyle b="off" i="off">
        <a:font>
          <a:latin typeface="Arial"/>
        </a:font>
      </a:tcTxStyle>
      <a:tcStyle>
        <a:tcBdr/>
        <a:fill>
          <a:solidFill>
            <a:srgbClr val="FFFF00"/>
          </a:solidFill>
        </a:fill>
      </a:tcStyle>
    </a:s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56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03504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7486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42419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4562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58760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48385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85850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830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86194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30077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25350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86351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{11111111-1111-1111-1111-111111111111}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</Words>
  <Application>Microsoft Office PowerPoint</Application>
  <PresentationFormat>Diavetítés a képernyőre (4:3 oldalarány)</PresentationFormat>
  <Paragraphs>1</Paragraphs>
  <Slides>1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2" baseType="lpstr">
      <vt:lpstr>Office-téma</vt:lpstr>
      <vt:lpstr>PowerPoint bemutató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bemutató</dc:title>
  <dc:creator>zolnai</dc:creator>
  <cp:lastModifiedBy>zolnai</cp:lastModifiedBy>
  <cp:revision>1</cp:revision>
  <dcterms:created xsi:type="dcterms:W3CDTF">2014-12-05T16:37:59Z</dcterms:created>
  <dcterms:modified xsi:type="dcterms:W3CDTF">2014-12-05T16:40:30Z</dcterms:modified>
</cp:coreProperties>
</file>