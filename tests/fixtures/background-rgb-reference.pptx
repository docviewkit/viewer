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82" r:id="rId1"/>
  </p:sldMasterIdLst>
  <p:notesMasterIdLst>
    <p:notesMasterId r:id="rId3"/>
  </p:notesMasterIdLst>
  <p:handoutMasterIdLst>
    <p:handoutMasterId r:id="rId4"/>
  </p:handoutMasterIdLst>
  <p:sldIdLst>
    <p:sldId id="471" r:id="rId2"/>
  </p:sldIdLst>
  <p:sldSz cx="9144000" cy="6858000" type="screen4x3"/>
  <p:notesSz cx="7102475" cy="9388475"/>
  <p:defaultTextStyle>
    <a:defPPr>
      <a:defRPr lang="en-GB"/>
    </a:defPPr>
    <a:lvl1pPr algn="l" defTabSz="457200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1pPr>
    <a:lvl2pPr marL="457200" algn="l" defTabSz="457200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2pPr>
    <a:lvl3pPr marL="914400" algn="l" defTabSz="457200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3pPr>
    <a:lvl4pPr marL="1371600" algn="l" defTabSz="457200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4pPr>
    <a:lvl5pPr marL="1828800" algn="l" defTabSz="457200" rtl="0" fontAlgn="base">
      <a:lnSpc>
        <a:spcPct val="93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8" charset="0"/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Arial" pitchFamily="34" charset="0"/>
        <a:ea typeface="+mn-ea"/>
        <a:cs typeface="Lucida Sans Unicode" pitchFamily="34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559">
          <p15:clr>
            <a:srgbClr val="A4A3A4"/>
          </p15:clr>
        </p15:guide>
        <p15:guide id="2" orient="horz" pos="910">
          <p15:clr>
            <a:srgbClr val="A4A3A4"/>
          </p15:clr>
        </p15:guide>
        <p15:guide id="3" orient="horz" pos="3992">
          <p15:clr>
            <a:srgbClr val="A4A3A4"/>
          </p15:clr>
        </p15:guide>
        <p15:guide id="4" orient="horz" pos="130">
          <p15:clr>
            <a:srgbClr val="A4A3A4"/>
          </p15:clr>
        </p15:guide>
        <p15:guide id="5" orient="horz" pos="4184">
          <p15:clr>
            <a:srgbClr val="A4A3A4"/>
          </p15:clr>
        </p15:guide>
        <p15:guide id="6" pos="518">
          <p15:clr>
            <a:srgbClr val="A4A3A4"/>
          </p15:clr>
        </p15:guide>
        <p15:guide id="7" pos="5626">
          <p15:clr>
            <a:srgbClr val="A4A3A4"/>
          </p15:clr>
        </p15:guide>
        <p15:guide id="8" pos="5263">
          <p15:clr>
            <a:srgbClr val="A4A3A4"/>
          </p15:clr>
        </p15:guide>
        <p15:guide id="9" pos="15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436" userDrawn="1">
          <p15:clr>
            <a:srgbClr val="A4A3A4"/>
          </p15:clr>
        </p15:guide>
        <p15:guide id="2" orient="horz" pos="2662" userDrawn="1">
          <p15:clr>
            <a:srgbClr val="A4A3A4"/>
          </p15:clr>
        </p15:guide>
        <p15:guide id="3" pos="3817" userDrawn="1">
          <p15:clr>
            <a:srgbClr val="A4A3A4"/>
          </p15:clr>
        </p15:guide>
        <p15:guide id="4" pos="64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38149"/>
    <a:srgbClr val="0678C2"/>
    <a:srgbClr val="7BBD48"/>
    <a:srgbClr val="006F66"/>
    <a:srgbClr val="4F565C"/>
    <a:srgbClr val="054C88"/>
    <a:srgbClr val="085493"/>
    <a:srgbClr val="384D6D"/>
    <a:srgbClr val="242E48"/>
    <a:srgbClr val="344C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2" autoAdjust="0"/>
    <p:restoredTop sz="94660"/>
  </p:normalViewPr>
  <p:slideViewPr>
    <p:cSldViewPr snapToGrid="0">
      <p:cViewPr>
        <p:scale>
          <a:sx n="75" d="100"/>
          <a:sy n="75" d="100"/>
        </p:scale>
        <p:origin x="-1062" y="-750"/>
      </p:cViewPr>
      <p:guideLst>
        <p:guide orient="horz" pos="559"/>
        <p:guide orient="horz" pos="910"/>
        <p:guide orient="horz" pos="3992"/>
        <p:guide orient="horz" pos="130"/>
        <p:guide orient="horz" pos="4184"/>
        <p:guide pos="518"/>
        <p:guide pos="5626"/>
        <p:guide pos="5263"/>
        <p:guide pos="154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3" d="100"/>
          <a:sy n="83" d="100"/>
        </p:scale>
        <p:origin x="-3768" y="-96"/>
      </p:cViewPr>
      <p:guideLst>
        <p:guide orient="horz" pos="436"/>
        <p:guide orient="horz" pos="2662"/>
        <p:guide pos="3817"/>
        <p:guide pos="64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37" cy="469773"/>
          </a:xfrm>
          <a:prstGeom prst="rect">
            <a:avLst/>
          </a:prstGeom>
        </p:spPr>
        <p:txBody>
          <a:bodyPr vert="horz" wrap="square" lIns="82625" tIns="41313" rIns="82625" bIns="41313" numCol="1" anchor="t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747" y="0"/>
            <a:ext cx="3078237" cy="469773"/>
          </a:xfrm>
          <a:prstGeom prst="rect">
            <a:avLst/>
          </a:prstGeom>
        </p:spPr>
        <p:txBody>
          <a:bodyPr vert="horz" wrap="square" lIns="82625" tIns="41313" rIns="82625" bIns="41313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920C2000-0637-4F90-9EA0-F63C7A9CEFF0}" type="datetime1">
              <a:rPr lang="en-US"/>
              <a:pPr/>
              <a:t>11/28/2014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17309"/>
            <a:ext cx="3078237" cy="469772"/>
          </a:xfrm>
          <a:prstGeom prst="rect">
            <a:avLst/>
          </a:prstGeom>
        </p:spPr>
        <p:txBody>
          <a:bodyPr vert="horz" wrap="square" lIns="82625" tIns="41313" rIns="82625" bIns="41313" numCol="1" anchor="b" anchorCtr="0" compatLnSpc="1">
            <a:prstTxWarp prst="textNoShape">
              <a:avLst/>
            </a:prstTxWarp>
          </a:bodyPr>
          <a:lstStyle>
            <a:lvl1pPr>
              <a:defRPr sz="11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747" y="8917309"/>
            <a:ext cx="3078237" cy="469772"/>
          </a:xfrm>
          <a:prstGeom prst="rect">
            <a:avLst/>
          </a:prstGeom>
        </p:spPr>
        <p:txBody>
          <a:bodyPr vert="horz" wrap="square" lIns="82625" tIns="41313" rIns="82625" bIns="41313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12D14162-AE40-464A-A45D-71A225B37C4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1129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204913" y="714375"/>
            <a:ext cx="4689475" cy="351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6146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710248" y="4459352"/>
            <a:ext cx="5678996" cy="422376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079729" cy="46837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buSzPct val="45000"/>
              <a:buFont typeface="Wingdings" pitchFamily="2" charset="2"/>
              <a:buNone/>
              <a:tabLst>
                <a:tab pos="654116" algn="l"/>
                <a:tab pos="1308232" algn="l"/>
                <a:tab pos="1962348" algn="l"/>
                <a:tab pos="2616464" algn="l"/>
              </a:tabLst>
              <a:defRPr sz="130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148" name="Rectangle 4"/>
          <p:cNvSpPr>
            <a:spLocks noGrp="1" noChangeArrowheads="1"/>
          </p:cNvSpPr>
          <p:nvPr>
            <p:ph type="dt"/>
          </p:nvPr>
        </p:nvSpPr>
        <p:spPr bwMode="auto">
          <a:xfrm>
            <a:off x="4019762" y="0"/>
            <a:ext cx="3079729" cy="46837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buSzPct val="45000"/>
              <a:buFont typeface="Wingdings" pitchFamily="2" charset="2"/>
              <a:buNone/>
              <a:tabLst>
                <a:tab pos="654116" algn="l"/>
                <a:tab pos="1308232" algn="l"/>
                <a:tab pos="1962348" algn="l"/>
                <a:tab pos="2616464" algn="l"/>
              </a:tabLst>
              <a:defRPr sz="130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149" name="Rectangle 5"/>
          <p:cNvSpPr>
            <a:spLocks noGrp="1" noChangeArrowheads="1"/>
          </p:cNvSpPr>
          <p:nvPr>
            <p:ph type="ftr"/>
          </p:nvPr>
        </p:nvSpPr>
        <p:spPr bwMode="auto">
          <a:xfrm>
            <a:off x="0" y="8920097"/>
            <a:ext cx="3079729" cy="46837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>
              <a:lnSpc>
                <a:spcPct val="95000"/>
              </a:lnSpc>
              <a:buSzPct val="45000"/>
              <a:buFont typeface="Wingdings" pitchFamily="2" charset="2"/>
              <a:buNone/>
              <a:tabLst>
                <a:tab pos="654116" algn="l"/>
                <a:tab pos="1308232" algn="l"/>
                <a:tab pos="1962348" algn="l"/>
                <a:tab pos="2616464" algn="l"/>
              </a:tabLst>
              <a:defRPr sz="130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endParaRPr lang="en-US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sldNum"/>
          </p:nvPr>
        </p:nvSpPr>
        <p:spPr bwMode="auto">
          <a:xfrm>
            <a:off x="4019762" y="8920097"/>
            <a:ext cx="3079729" cy="46837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95000"/>
              </a:lnSpc>
              <a:buSzPct val="45000"/>
              <a:buFont typeface="Wingdings" pitchFamily="2" charset="2"/>
              <a:buNone/>
              <a:tabLst>
                <a:tab pos="654116" algn="l"/>
                <a:tab pos="1308232" algn="l"/>
                <a:tab pos="1962348" algn="l"/>
                <a:tab pos="2616464" algn="l"/>
              </a:tabLst>
              <a:defRPr sz="1300">
                <a:solidFill>
                  <a:srgbClr val="000000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1A126427-F713-49EF-B502-1563E1D4CFA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9317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Arial" pitchFamily="34" charset="0"/>
        <a:ea typeface="ＭＳ Ｐゴシック" charset="-128"/>
        <a:cs typeface="Arial" pitchFamily="34" charset="0"/>
      </a:defRPr>
    </a:lvl1pPr>
    <a:lvl2pPr marL="37931725" indent="-37474525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ＭＳ Ｐゴシック" charset="-128"/>
        <a:cs typeface="+mn-cs"/>
      </a:defRPr>
    </a:lvl2pPr>
    <a:lvl3pPr marL="11430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6" charset="0"/>
        <a:ea typeface="ＭＳ Ｐゴシック" charset="-128"/>
        <a:cs typeface="+mn-cs"/>
      </a:defRPr>
    </a:lvl3pPr>
    <a:lvl4pPr marL="16002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6" charset="0"/>
        <a:ea typeface="ＭＳ Ｐゴシック" charset="-128"/>
        <a:cs typeface="+mn-cs"/>
      </a:defRPr>
    </a:lvl4pPr>
    <a:lvl5pPr marL="2057400" indent="-228600" algn="l" defTabSz="457200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charset="0"/>
      <a:defRPr sz="1200" kern="1200">
        <a:solidFill>
          <a:srgbClr val="000000"/>
        </a:solidFill>
        <a:latin typeface="Times New Roman" pitchFamily="16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solidFill>
            <a:schemeClr val="accent1"/>
          </a:solidFill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9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822325" y="255588"/>
            <a:ext cx="7532688" cy="985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the title text format</a:t>
            </a:r>
          </a:p>
        </p:txBody>
      </p:sp>
      <p:sp>
        <p:nvSpPr>
          <p:cNvPr id="307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22325" y="1454150"/>
            <a:ext cx="7532688" cy="397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21168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smtClean="0"/>
              <a:t>Click to edit the outline text format</a:t>
            </a:r>
          </a:p>
          <a:p>
            <a:pPr lvl="1"/>
            <a:r>
              <a:rPr lang="en-GB" altLang="en-US" smtClean="0"/>
              <a:t>Second Outline Level</a:t>
            </a:r>
          </a:p>
          <a:p>
            <a:pPr lvl="2"/>
            <a:r>
              <a:rPr lang="en-GB" altLang="en-US" smtClean="0"/>
              <a:t>Third Outline Level</a:t>
            </a:r>
          </a:p>
          <a:p>
            <a:pPr lvl="3"/>
            <a:r>
              <a:rPr lang="en-GB" altLang="en-US" smtClean="0"/>
              <a:t>Fourth Outline Level</a:t>
            </a:r>
          </a:p>
          <a:p>
            <a:pPr lvl="4"/>
            <a:r>
              <a:rPr lang="en-GB" altLang="en-US" smtClean="0"/>
              <a:t>Fifth Outline Level</a:t>
            </a:r>
          </a:p>
          <a:p>
            <a:pPr lvl="4"/>
            <a:r>
              <a:rPr lang="en-GB" altLang="en-US" smtClean="0"/>
              <a:t>Sixth Outline Level</a:t>
            </a:r>
          </a:p>
          <a:p>
            <a:pPr lvl="4"/>
            <a:r>
              <a:rPr lang="en-GB" altLang="en-US" smtClean="0"/>
              <a:t>Seventh Outline Level</a:t>
            </a:r>
          </a:p>
        </p:txBody>
      </p:sp>
      <p:sp>
        <p:nvSpPr>
          <p:cNvPr id="3078" name="Rectangle 5"/>
          <p:cNvSpPr>
            <a:spLocks noChangeArrowheads="1"/>
          </p:cNvSpPr>
          <p:nvPr/>
        </p:nvSpPr>
        <p:spPr bwMode="auto">
          <a:xfrm>
            <a:off x="415925" y="6564313"/>
            <a:ext cx="288925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7360">
                <a:solidFill>
                  <a:srgbClr val="454C5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hangingPunct="0">
              <a:lnSpc>
                <a:spcPct val="95000"/>
              </a:lnSpc>
            </a:pPr>
            <a:endParaRPr lang="en-US" altLang="en-US" sz="1800" smtClean="0">
              <a:solidFill>
                <a:srgbClr val="000000"/>
              </a:solidFill>
              <a:latin typeface="Times New Roman" panose="020206030504050203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0304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l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 kern="1200">
          <a:solidFill>
            <a:srgbClr val="000000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defTabSz="457200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2514600" indent="-228600" algn="l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2971800" indent="-228600" algn="l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3429000" indent="-228600" algn="l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3886200" indent="-228600" algn="l" defTabSz="457200" rtl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 b="1">
          <a:solidFill>
            <a:srgbClr val="000000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defTabSz="457200" rtl="0" eaLnBrk="0" fontAlgn="base" hangingPunct="0">
        <a:lnSpc>
          <a:spcPct val="93000"/>
        </a:lnSpc>
        <a:spcBef>
          <a:spcPct val="0"/>
        </a:spcBef>
        <a:spcAft>
          <a:spcPts val="115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lnSpc>
          <a:spcPct val="93000"/>
        </a:lnSpc>
        <a:spcBef>
          <a:spcPct val="0"/>
        </a:spcBef>
        <a:spcAft>
          <a:spcPts val="115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lnSpc>
          <a:spcPct val="93000"/>
        </a:lnSpc>
        <a:spcBef>
          <a:spcPct val="0"/>
        </a:spcBef>
        <a:spcAft>
          <a:spcPts val="115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lnSpc>
          <a:spcPct val="93000"/>
        </a:lnSpc>
        <a:spcBef>
          <a:spcPct val="0"/>
        </a:spcBef>
        <a:spcAft>
          <a:spcPts val="1150"/>
        </a:spcAft>
        <a:buClr>
          <a:srgbClr val="000000"/>
        </a:buClr>
        <a:buSzPct val="100000"/>
        <a:buFont typeface="Times New Roman" panose="02020603050405020304" pitchFamily="18" charset="0"/>
        <a:defRPr sz="1400"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lnSpc>
          <a:spcPct val="93000"/>
        </a:lnSpc>
        <a:spcBef>
          <a:spcPct val="0"/>
        </a:spcBef>
        <a:spcAft>
          <a:spcPts val="1150"/>
        </a:spcAft>
        <a:buClr>
          <a:srgbClr val="000000"/>
        </a:buClr>
        <a:buSzPct val="100000"/>
        <a:buFont typeface="Times New Roman" panose="02020603050405020304" pitchFamily="18" charset="0"/>
        <a:defRPr sz="1200"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powerpoint/2010/main" xmlns:ns3="http://schemas.openxmlformats.org/markup-compatibility/2006">
  <ns0:cSld>
    <ns0:bg>
      <ns0:bgRef idx="1001">
        <ns1:srgbClr val="00CC99"/>
      </ns0:bgRef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Cím 1"/>
          <ns0:cNvSpPr>
            <ns1:spLocks noGrp="1"/>
          </ns0:cNvSpPr>
          <ns0:nvPr>
            <ns0:ph type="title"/>
          </ns0:nvPr>
        </ns0:nvSpPr>
        <ns0:spPr/>
        <ns0:txBody>
          <ns1:bodyPr/>
          <ns1:lstStyle/>
          <ns1:p>
            <ns1:pPr algn="ctr"/>
            <ns1:r>
              <ns1:rPr lang="hu-HU" dirty="0" err="1" smtClean="0"/>
              <ns1:t>Green</ns1:t>
            </ns1:r>
            <ns1:r>
              <ns1:rPr lang="hu-HU" dirty="0" smtClean="0"/>
              <ns1:t> </ns1:t>
            </ns1:r>
            <ns1:r>
              <ns1:rPr lang="hu-HU" dirty="0" err="1" smtClean="0"/>
              <ns1:t>background</ns1:t>
            </ns1:r>
            <ns1:r>
              <ns1:rPr lang="hu-HU" dirty="0" smtClean="0"/>
              <ns1:t> </ns1:t>
            </ns1:r>
            <ns1:r>
              <ns1:rPr lang="hu-HU" dirty="0" err="1" smtClean="0"/>
              <ns1:t>color</ns1:t>
            </ns1:r>
            <ns1:r>
              <ns1:rPr lang="hu-HU" dirty="0" smtClean="0"/>
              <ns1:t> </ns1:t>
            </ns1:r>
            <ns1:r>
              <ns1:rPr lang="hu-HU" dirty="0" err="1" smtClean="0"/>
              <ns1:t>defined</ns1:t>
            </ns1:r>
            <ns1:r>
              <ns1:rPr lang="hu-HU" dirty="0" smtClean="0"/>
              <ns1:t> </ns1:t>
            </ns1:r>
            <ns1:r>
              <ns1:rPr lang="hu-HU" dirty="0" err="1" smtClean="0"/>
              <ns1:t>by</ns1:t>
            </ns1:r>
            <ns1:r>
              <ns1:rPr lang="hu-HU" dirty="0" smtClean="0"/>
              <ns1:t> </ns1:t>
            </ns1:r>
            <ns1:r>
              <ns1:rPr lang="hu-HU" dirty="0" err="1" smtClean="0"/>
              <ns1:t>master</ns1:t>
            </ns1:r>
            <ns1:r>
              <ns1:rPr lang="hu-HU" dirty="0" smtClean="0"/>
              <ns1:t> </ns1:t>
            </ns1:r>
            <ns1:r>
              <ns1:rPr lang="hu-HU" dirty="0" err="1" smtClean="0"/>
              <ns1:t>slide</ns1:t>
            </ns1:r>
            <ns1:endParaRPr lang="hu-HU" dirty="0"/>
          </ns1:p>
        </ns0:txBody>
      </ns0:sp>
      <ns0:sp>
        <ns0:nvSpPr>
          <ns0:cNvPr id="4" name="Text Placeholder 3"/>
          <ns0:cNvSpPr>
            <ns1:spLocks noGrp="1"/>
          </ns0:cNvSpPr>
          <ns0:nvPr>
            <ns0:ph type="body" idx="1"/>
          </ns0:nvPr>
        </ns0:nvSpPr>
        <ns0:spPr>
          <ns1:xfrm>
            <ns1:off x="1930400" y="2443162"/>
            <ns1:ext cx="5197475" cy="1354137"/>
          </ns1:xfrm>
        </ns0:spPr>
        <ns0:style>
          <ns1:lnRef idx="2">
            <ns1:schemeClr val="accent2">
              <ns1:shade val="50000"/>
            </ns1:schemeClr>
          </ns1:lnRef>
          <ns1:fillRef idx="1">
            <ns1:schemeClr val="accent2"/>
          </ns1:fillRef>
          <ns1:effectRef idx="0">
            <ns1:schemeClr val="accent2"/>
          </ns1:effectRef>
          <ns1:fontRef idx="minor">
            <ns1:schemeClr val="lt1"/>
          </ns1:fontRef>
        </ns0:style>
        <ns0:txBody>
          <ns1:bodyPr anchor="ctr"/>
          <ns1:lstStyle/>
          <ns1:p>
            <ns1:pPr algn="ctr"/>
            <ns1:r>
              <ns1:rPr lang="hu-HU" dirty="0" err="1" smtClean="0"/>
              <ns1:t>Blue</ns1:t>
            </ns1:r>
            <ns1:r>
              <ns1:rPr lang="hu-HU" dirty="0" smtClean="0"/>
              <ns1:t> </ns1:t>
            </ns1:r>
            <ns1:r>
              <ns1:rPr lang="hu-HU" dirty="0" err="1" smtClean="0"/>
              <ns1:t>background</ns1:t>
            </ns1:r>
            <ns1:r>
              <ns1:rPr lang="hu-HU" dirty="0" smtClean="0"/>
              <ns1:t> </ns1:t>
            </ns1:r>
            <ns1:r>
              <ns1:rPr lang="hu-HU" dirty="0" err="1" smtClean="0"/>
              <ns1:t>color</ns1:t>
            </ns1:r>
            <ns1:r>
              <ns1:rPr lang="hu-HU" dirty="0" smtClean="0"/>
              <ns1:t> </ns1:t>
            </ns1:r>
            <ns1:r>
              <ns1:rPr lang="hu-HU" dirty="0" err="1" smtClean="0"/>
              <ns1:t>defined</ns1:t>
            </ns1:r>
            <ns1:r>
              <ns1:rPr lang="hu-HU" dirty="0" smtClean="0"/>
              <ns1:t> </ns1:t>
            </ns1:r>
            <ns1:r>
              <ns1:rPr lang="hu-HU" dirty="0" err="1" smtClean="0"/>
              <ns1:t>by</ns1:t>
            </ns1:r>
            <ns1:r>
              <ns1:rPr lang="hu-HU" dirty="0" smtClean="0"/>
              <ns1:t> </ns1:t>
            </ns1:r>
            <ns1:r>
              <ns1:rPr lang="hu-HU" dirty="0" err="1" smtClean="0"/>
              <ns1:t>theme</ns1:t>
            </ns1:r>
            <ns1:endParaRPr lang="de-DE" sz="1200" b="0" dirty="0"/>
          </ns1:p>
        </ns0:txBody>
      </ns0:sp>
      <ns0:sp>
        <ns0:nvSpPr>
          <ns0:cNvPr id="3" name="Text Placeholder 3"/>
          <ns0:cNvSpPr>
            <ns1:spLocks noGrp="1"/>
          </ns0:cNvSpPr>
          <ns0:nvPr>
            <ns0:ph type="body" sz="quarter" idx="3"/>
          </ns0:nvPr>
        </ns0:nvSpPr>
        <ns0:spPr>
          <ns1:xfrm>
            <ns1:off x="2101850" y="4699000"/>
            <ns1:ext cx="4857750" cy="1285875"/>
          </ns1:xfrm>
          <ns1:solidFill>
            <ns1:srgbClr val="FF0000"/>
          </ns1:solidFill>
        </ns0:spPr>
        <ns0:style>
          <ns1:lnRef idx="2">
            <ns1:schemeClr val="accent2">
              <ns1:shade val="50000"/>
            </ns1:schemeClr>
          </ns1:lnRef>
          <ns1:fillRef idx="1">
            <ns1:schemeClr val="accent2"/>
          </ns1:fillRef>
          <ns1:effectRef idx="0">
            <ns1:schemeClr val="accent2"/>
          </ns1:effectRef>
          <ns1:fontRef idx="minor">
            <ns1:schemeClr val="lt1"/>
          </ns1:fontRef>
        </ns0:style>
        <ns0:txBody>
          <ns1:bodyPr anchor="ctr"/>
          <ns1:lstStyle/>
          <ns1:p>
            <ns1:pPr algn="ctr"/>
            <ns1:r>
              <ns1:rPr lang="hu-HU" dirty="0" smtClean="0"/>
              <ns1:t>Red </ns1:t>
            </ns1:r>
            <ns1:r>
              <ns1:rPr lang="hu-HU" dirty="0" err="1" smtClean="0"/>
              <ns1:t>background</ns1:t>
            </ns1:r>
            <ns1:r>
              <ns1:rPr lang="hu-HU" dirty="0" smtClean="0"/>
              <ns1:t> </ns1:t>
            </ns1:r>
            <ns1:r>
              <ns1:rPr lang="hu-HU" dirty="0" err="1" smtClean="0"/>
              <ns1:t>color</ns1:t>
            </ns1:r>
            <ns1:r>
              <ns1:rPr lang="hu-HU" dirty="0" smtClean="0"/>
              <ns1:t> </ns1:t>
            </ns1:r>
            <ns1:r>
              <ns1:rPr lang="hu-HU" dirty="0" err="1" smtClean="0"/>
              <ns1:t>defined</ns1:t>
            </ns1:r>
            <ns1:r>
              <ns1:rPr lang="hu-HU" dirty="0" smtClean="0"/>
              <ns1:t> </ns1:t>
            </ns1:r>
            <ns1:r>
              <ns1:rPr lang="hu-HU" dirty="0" err="1" smtClean="0"/>
              <ns1:t>by</ns1:t>
            </ns1:r>
            <ns1:r>
              <ns1:rPr lang="hu-HU" dirty="0" smtClean="0"/>
              <ns1:t> </ns1:t>
            </ns1:r>
            <ns1:r>
              <ns1:rPr lang="hu-HU" dirty="0" err="1" smtClean="0"/>
              <ns1:t>direct</ns1:t>
            </ns1:r>
            <ns1:r>
              <ns1:rPr lang="hu-HU" dirty="0" smtClean="0"/>
              <ns1:t> </ns1:t>
            </ns1:r>
            <ns1:r>
              <ns1:rPr lang="hu-HU" dirty="0" err="1" smtClean="0"/>
              <ns1:t>formatting</ns1:t>
            </ns1:r>
            <ns1:endParaRPr lang="de-DE" sz="1200" b="0" dirty="0"/>
          </ns1:p>
        </ns0:txBody>
      </ns0:sp>
    </ns0:spTree>
    <ns0:extLst>
      <ns0:ext uri="{BB962C8B-B14F-4D97-AF65-F5344CB8AC3E}">
        <ns2:creationId val="585844817"/>
      </ns0:ext>
    </ns0:extLst>
  </ns0:cSld>
  <ns0:clrMapOvr>
    <ns1:masterClrMapping/>
  </ns0:clrMapOvr>
  <ns3:AlternateContent>
    <ns3:Choice Requires="p14">
      <ns0:transition spd="slow" ns2:dur="2000"/>
    </ns3:Choice>
    <ns3:Fallback>
      <ns0:transition spd="slow"/>
    </ns3:Fallback>
  </ns3:AlternateContent>
  <ns0:timing>
    <ns0:tnLst>
      <ns0:par>
        <ns0:cTn id="1" dur="indefinite" restart="never" nodeType="tmRoot"/>
      </ns0:par>
    </ns0:tnLst>
  </ns0:timing>
</ns0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Times New Roman" panose="02020603050405020304" pitchFamily="18" charset="0"/>
            <a:cs typeface="Segoe UI" panose="020B0502040204020203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57200" rtl="0" eaLnBrk="1" fontAlgn="base" latinLnBrk="0" hangingPunct="0">
          <a:lnSpc>
            <a:spcPct val="95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anose="02020603050405020304" pitchFamily="18" charset="0"/>
          <a:buNone/>
          <a:tabLst/>
          <a:defRPr kumimoji="0" lang="en-GB" altLang="en-US" sz="1800" b="0" i="0" u="none" strike="noStrike" cap="none" normalizeH="0" baseline="0" smtClean="0">
            <a:ln>
              <a:noFill/>
            </a:ln>
            <a:effectLst/>
            <a:latin typeface="Times New Roman" panose="02020603050405020304" pitchFamily="18" charset="0"/>
            <a:cs typeface="Segoe UI" panose="020B0502040204020203" pitchFamily="34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Theme Colors">
      <a:dk1>
        <a:srgbClr val="454C51"/>
      </a:dk1>
      <a:lt1>
        <a:srgbClr val="FFFFFF"/>
      </a:lt1>
      <a:dk2>
        <a:srgbClr val="6A737B"/>
      </a:dk2>
      <a:lt2>
        <a:srgbClr val="E4E5E6"/>
      </a:lt2>
      <a:accent1>
        <a:srgbClr val="ED1C24"/>
      </a:accent1>
      <a:accent2>
        <a:srgbClr val="F7AC07"/>
      </a:accent2>
      <a:accent3>
        <a:srgbClr val="7AC142"/>
      </a:accent3>
      <a:accent4>
        <a:srgbClr val="72AEB6"/>
      </a:accent4>
      <a:accent5>
        <a:srgbClr val="546291"/>
      </a:accent5>
      <a:accent6>
        <a:srgbClr val="00AEEF"/>
      </a:accent6>
      <a:hlink>
        <a:srgbClr val="7AC142"/>
      </a:hlink>
      <a:folHlink>
        <a:srgbClr val="94A0A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</Words>
  <Application>Microsoft Office PowerPoint</Application>
  <PresentationFormat>Diavetítés a képernyőre (4:3 oldalarány)</PresentationFormat>
  <Paragraphs>3</Paragraphs>
  <Slides>1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</vt:i4>
      </vt:variant>
    </vt:vector>
  </HeadingPairs>
  <TitlesOfParts>
    <vt:vector size="2" baseType="lpstr">
      <vt:lpstr>Office Theme</vt:lpstr>
      <vt:lpstr>Green background color defined by master slide</vt:lpstr>
    </vt:vector>
  </TitlesOfParts>
  <Company>ACME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Corporate Presentation Template 2011</dc:title>
  <dc:creator>John Doe</dc:creator>
  <dc:description>Template Version 12:  6/8/14</dc:description>
  <cp:lastModifiedBy>zolnai</cp:lastModifiedBy>
  <cp:revision>28</cp:revision>
  <cp:lastPrinted>2014-10-14T15:54:00Z</cp:lastPrinted>
  <dcterms:created xsi:type="dcterms:W3CDTF">2011-07-21T20:23:09Z</dcterms:created>
  <dcterms:modified xsi:type="dcterms:W3CDTF">2014-11-28T18:06:54Z</dcterms:modified>
</cp:coreProperties>
</file>