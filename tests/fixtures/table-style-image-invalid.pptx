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>
  <a:tblStyle styleId="{11111111-1111-1111-1111-111111111111}">
    <a:tblBg>
      <a:fill>
        <a:solidFill>
          <a:srgbClr val="EEEEEE"/>
        </a:solidFill>
      </a:fill>
    </a:tblBg>
    <a:wholeTbl>
      <a:tcStyle>
        <a:fill>
          <a:blipFill>
            <a:blip r:embed="rIdTexture"/>
            <a:srcRect l="10000"/>
            <a:tile sx="50000" sy="50000" flip="x"/>
          </a:blipFill>
        </a:fill>
      </a:tcStyle>
    </a:wholeTbl>
    <a:firstRow>
      <a:tcStyle>
        <a:fill>
          <a:blipFill>
            <a:blip r:embed="rIdTexture"/>
            <a:srcRect l="invalid"/>
          </a:blipFill>
        </a:fill>
      </a:tcStyle>
    </a:firstRow>
    <a:lastRow>
      <a:tcStyle>
        <a:fill>
          <a:blipFill>
            <a:blip r:embed="missing"/>
          </a:blipFill>
        </a:fill>
      </a:tcStyle>
    </a:la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_rels/tableStyles.xml.rels><Relationships xmlns="http://schemas.openxmlformats.org/package/2006/relationships"><Relationship Id="rIdTexture" Type="http://schemas.openxmlformats.org/officeDocument/2006/relationships/image" Target="https://example.invalid/blocked.jpg" TargetMode="Externa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350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48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241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56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87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8385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585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83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19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0077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5350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E045F-BF2D-44D5-8621-037C5787F1E3}" type="datetimeFigureOut">
              <a:rPr lang="hu-HU" smtClean="0"/>
              <a:t>2014.12.05.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C678-D992-475C-9BFF-4F70EE48C8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635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ns2:modId val="1682673943"/>
              </p:ext>
            </p:extLst>
          </p:nvPr>
        </p:nvGraphicFramePr>
        <p:xfrm>
          <a:off x="476250" y="476250"/>
          <a:ext cx="5715000" cy="3810000"/>
        </p:xfrm>
        <a:graphic>
          <a:graphicData uri="http://schemas.openxmlformats.org/drawingml/2006/table">
            <a:tbl>
              <a:tblPr firstRow="1" lastRow="1" firstCol="1" lastCol="1" bandRow="1" bandCol="1">
                <a:tableStyleId>{11111111-1111-1111-1111-111111111111}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952500">
                <a:tc>
                  <a:txBody>
                    <a:bodyPr/>
                    <a:lstStyle/>
                    <a:p>
                      <a:r>
                        <a:rPr sz="1200"/>
                        <a:t>R0C0</a:t>
                      </a:r>
                      <a:r>
                        <a:rPr b="1" i="1" sz="1200">
                          <a:solidFill>
                            <a:srgbClr val="FF00FF"/>
                          </a:solidFill>
                          <a:latin typeface="Times New Roman"/>
                        </a:rPr>
                        <a:t>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R0C3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R1C3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R2C3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rPr sz="1200"/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ns2:creationId val="3678612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</Words>
  <Application>Microsoft Office PowerPoint</Application>
  <PresentationFormat>Diavetítés a képernyőre (4:3 oldalarány)</PresentationFormat>
  <Paragraphs>1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 bemutató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zolnai</dc:creator>
  <cp:lastModifiedBy>zolnai</cp:lastModifiedBy>
  <cp:revision>1</cp:revision>
  <dcterms:created xsi:type="dcterms:W3CDTF">2014-12-05T16:37:59Z</dcterms:created>
  <dcterms:modified xsi:type="dcterms:W3CDTF">2014-12-05T16:40:30Z</dcterms:modified>
</cp:coreProperties>
</file>