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2" r:id="rId1"/>
  </p:sldMasterIdLst>
  <p:notesMasterIdLst>
    <p:notesMasterId r:id="rId3"/>
  </p:notesMasterIdLst>
  <p:handoutMasterIdLst>
    <p:handoutMasterId r:id="rId4"/>
  </p:handoutMasterIdLst>
  <p:sldIdLst>
    <p:sldId id="471" r:id="rId2"/>
  </p:sldIdLst>
  <p:sldSz cx="9144000" cy="6858000" type="screen4x3"/>
  <p:notesSz cx="7102475" cy="9388475"/>
  <p:defaultTextStyle>
    <a:defPPr>
      <a:defRPr lang="en-GB"/>
    </a:defPPr>
    <a:lvl1pPr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1pPr>
    <a:lvl2pPr marL="4572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2pPr>
    <a:lvl3pPr marL="9144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3pPr>
    <a:lvl4pPr marL="13716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4pPr>
    <a:lvl5pPr marL="18288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59">
          <p15:clr>
            <a:srgbClr val="A4A3A4"/>
          </p15:clr>
        </p15:guide>
        <p15:guide id="2" orient="horz" pos="910">
          <p15:clr>
            <a:srgbClr val="A4A3A4"/>
          </p15:clr>
        </p15:guide>
        <p15:guide id="3" orient="horz" pos="3992">
          <p15:clr>
            <a:srgbClr val="A4A3A4"/>
          </p15:clr>
        </p15:guide>
        <p15:guide id="4" orient="horz" pos="130">
          <p15:clr>
            <a:srgbClr val="A4A3A4"/>
          </p15:clr>
        </p15:guide>
        <p15:guide id="5" orient="horz" pos="4184">
          <p15:clr>
            <a:srgbClr val="A4A3A4"/>
          </p15:clr>
        </p15:guide>
        <p15:guide id="6" pos="518">
          <p15:clr>
            <a:srgbClr val="A4A3A4"/>
          </p15:clr>
        </p15:guide>
        <p15:guide id="7" pos="5626">
          <p15:clr>
            <a:srgbClr val="A4A3A4"/>
          </p15:clr>
        </p15:guide>
        <p15:guide id="8" pos="5263">
          <p15:clr>
            <a:srgbClr val="A4A3A4"/>
          </p15:clr>
        </p15:guide>
        <p15:guide id="9" pos="15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436" userDrawn="1">
          <p15:clr>
            <a:srgbClr val="A4A3A4"/>
          </p15:clr>
        </p15:guide>
        <p15:guide id="2" orient="horz" pos="2662" userDrawn="1">
          <p15:clr>
            <a:srgbClr val="A4A3A4"/>
          </p15:clr>
        </p15:guide>
        <p15:guide id="3" pos="3817" userDrawn="1">
          <p15:clr>
            <a:srgbClr val="A4A3A4"/>
          </p15:clr>
        </p15:guide>
        <p15:guide id="4" pos="64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38149"/>
    <a:srgbClr val="0678C2"/>
    <a:srgbClr val="7BBD48"/>
    <a:srgbClr val="006F66"/>
    <a:srgbClr val="4F565C"/>
    <a:srgbClr val="054C88"/>
    <a:srgbClr val="085493"/>
    <a:srgbClr val="384D6D"/>
    <a:srgbClr val="242E48"/>
    <a:srgbClr val="344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>
        <p:scale>
          <a:sx n="75" d="100"/>
          <a:sy n="75" d="100"/>
        </p:scale>
        <p:origin x="-1062" y="-750"/>
      </p:cViewPr>
      <p:guideLst>
        <p:guide orient="horz" pos="559"/>
        <p:guide orient="horz" pos="910"/>
        <p:guide orient="horz" pos="3992"/>
        <p:guide orient="horz" pos="130"/>
        <p:guide orient="horz" pos="4184"/>
        <p:guide pos="518"/>
        <p:guide pos="5626"/>
        <p:guide pos="5263"/>
        <p:guide pos="15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768" y="-96"/>
      </p:cViewPr>
      <p:guideLst>
        <p:guide orient="horz" pos="436"/>
        <p:guide orient="horz" pos="2662"/>
        <p:guide pos="3817"/>
        <p:guide pos="64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47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920C2000-0637-4F90-9EA0-F63C7A9CEFF0}" type="datetime1">
              <a:rPr lang="en-US"/>
              <a:pPr/>
              <a:t>11/28/2014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47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12D14162-AE40-464A-A45D-71A225B37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1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4913" y="714375"/>
            <a:ext cx="4689475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614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10248" y="4459352"/>
            <a:ext cx="5678996" cy="42237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019762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019762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A126427-F713-49EF-B502-1563E1D4CFA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317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Arial" pitchFamily="34" charset="0"/>
        <a:ea typeface="ＭＳ Ｐゴシック" charset="-128"/>
        <a:cs typeface="Arial" pitchFamily="34" charset="0"/>
      </a:defRPr>
    </a:lvl1pPr>
    <a:lvl2pPr marL="37931725" indent="-37474525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solidFill>
            <a:schemeClr val="accent1"/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22325" y="255588"/>
            <a:ext cx="7532688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2325" y="1454150"/>
            <a:ext cx="7532688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16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415925" y="6564313"/>
            <a:ext cx="2889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360">
                <a:solidFill>
                  <a:srgbClr val="454C5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hangingPunct="0">
              <a:lnSpc>
                <a:spcPct val="95000"/>
              </a:lnSpc>
            </a:pPr>
            <a:endParaRPr lang="en-US" altLang="en-US" sz="1800" smtClea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30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markup-compatibility/2006">
  <ns0:cSld>
    <ns0:bg>
      <ns0:bgRef idx="1001">
        <ns1:schemeClr val="accent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Cím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hu-HU" dirty="0" err="1" smtClean="0"/>
              <ns1:t>Green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master</ns1:t>
            </ns1:r>
            <ns1:r>
              <ns1:rPr lang="hu-HU" dirty="0" smtClean="0"/>
              <ns1:t> </ns1:t>
            </ns1:r>
            <ns1:r>
              <ns1:rPr lang="hu-HU" dirty="0" err="1" smtClean="0"/>
              <ns1:t>slide</ns1:t>
            </ns1:r>
            <ns1:endParaRPr lang="hu-HU" dirty="0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idx="1"/>
          </ns0:nvPr>
        </ns0:nvSpPr>
        <ns0:spPr>
          <ns1:xfrm>
            <ns1:off x="1930400" y="2443162"/>
            <ns1:ext cx="5197475" cy="1354137"/>
          </ns1:xfrm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err="1" smtClean="0"/>
              <ns1:t>Blue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theme</ns1:t>
            </ns1:r>
            <ns1:endParaRPr lang="de-DE" sz="1200" b="0" dirty="0"/>
          </ns1:p>
        </ns0:txBody>
      </ns0:sp>
      <ns0:sp>
        <ns0:nvSpPr>
          <ns0:cNvPr id="3" name="Text Placeholder 3"/>
          <ns0:cNvSpPr>
            <ns1:spLocks noGrp="1"/>
          </ns0:cNvSpPr>
          <ns0:nvPr>
            <ns0:ph type="body" sz="quarter" idx="3"/>
          </ns0:nvPr>
        </ns0:nvSpPr>
        <ns0:spPr>
          <ns1:xfrm>
            <ns1:off x="2101850" y="4699000"/>
            <ns1:ext cx="4857750" cy="1285875"/>
          </ns1:xfrm>
          <ns1:solidFill>
            <ns1:srgbClr val="FF0000"/>
          </ns1:solidFill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smtClean="0"/>
              <ns1:t>Red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direct</ns1:t>
            </ns1:r>
            <ns1:r>
              <ns1:rPr lang="hu-HU" dirty="0" smtClean="0"/>
              <ns1:t> </ns1:t>
            </ns1:r>
            <ns1:r>
              <ns1:rPr lang="hu-HU" dirty="0" err="1" smtClean="0"/>
              <ns1:t>formatting</ns1:t>
            </ns1:r>
            <ns1:endParaRPr lang="de-DE" sz="1200" b="0" dirty="0"/>
          </ns1:p>
        </ns0:txBody>
      </ns0:sp>
    </ns0:spTree>
    <ns0:extLst>
      <ns0:ext uri="{BB962C8B-B14F-4D97-AF65-F5344CB8AC3E}">
        <ns2:creationId val="585844817"/>
      </ns0:ext>
    </ns0:extLst>
  </ns0:cSld>
  <ns0:clrMapOvr>
    <ns1:masterClrMapping/>
  </ns0:clrMapOvr>
  <ns3:AlternateContent>
    <ns3:Choice Requires="p14">
      <ns0:transition spd="slow" ns2:dur="2000"/>
    </ns3:Choice>
    <ns3:Fallback>
      <ns0:transition spd="slow"/>
    </ns3:Fallback>
  </ns3:AlternateContent>
  <ns0:timing>
    <ns0:tnLst>
      <ns0:par>
        <ns0:cTn id="1" dur="indefinite" restart="never" nodeType="tmRoot"/>
      </ns0:par>
    </ns0:tnLst>
  </ns0:timing>
</ns0:sld>
</file>

<file path=ppt/theme/theme1.xml><?xml version="1.0" encoding="utf-8"?>
<ns0:theme xmlns:ns0="http://schemas.openxmlformats.org/drawingml/2006/main" xmlns:ns1="http://schemas.microsoft.com/office/drawing/2010/main" xmlns:ns2="http://schemas.microsoft.com/office/thememl/2012/main" name="Office Theme">
  <ns0:themeElements>
    <ns0:clrScheme name="Office Theme 1">
      <ns0:dk1>
        <ns0:srgbClr val="000000"/>
      </ns0:dk1>
      <ns0:lt1>
        <ns0:srgbClr val="FFFFFF"/>
      </ns0:lt1>
      <ns0:dk2>
        <ns0:srgbClr val="000000"/>
      </ns0:dk2>
      <ns0:lt2>
        <ns0:srgbClr val="808080"/>
      </ns0:lt2>
      <ns0:accent1>
        <ns0:srgbClr val="00CC99"/>
      </ns0:accent1>
      <ns0:accent2>
        <ns0:srgbClr val="3333CC"/>
      </ns0:accent2>
      <ns0:accent3>
        <ns0:srgbClr val="FFFFFF"/>
      </ns0:accent3>
      <ns0:accent4>
        <ns0:srgbClr val="000000"/>
      </ns0:accent4>
      <ns0:accent5>
        <ns0:srgbClr val="AAE2CA"/>
      </ns0:accent5>
      <ns0:accent6>
        <ns0:srgbClr val="2D2DB9"/>
      </ns0:accent6>
      <ns0:hlink>
        <ns0:srgbClr val="CCCCFF"/>
      </ns0:hlink>
      <ns0:folHlink>
        <ns0:srgbClr val="B2B2B2"/>
      </ns0:folHlink>
    </ns0:clrScheme>
    <ns0:fontScheme name="Office Theme">
      <ns0:majorFont>
        <ns0:latin typeface="Arial"/>
        <ns0:ea typeface="SimSun"/>
        <ns0:cs typeface=""/>
      </ns0:majorFont>
      <ns0:minorFont>
        <ns0:latin typeface="Arial"/>
        <ns0:ea typeface="SimSun"/>
        <ns0:cs typeface="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gradFill>
          <ns0:gsLst>
            <ns0:gs pos="0">
              <ns0:srgbClr val="FF0000"/>
            </ns0:gs>
            <ns0:gs pos="100000">
              <ns0:srgbClr val="0000FF"/>
            </ns0:gs>
          </ns0:gsLst>
          <ns0:lin ang="0" scaled="1"/>
        </ns0:gra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spDef>
      <ns0:spPr bwMode="auto">
        <ns0:xfrm>
          <ns0:off x="0" y="0"/>
          <ns0:ext cx="1" cy="1"/>
        </ns0:xfrm>
        <ns0:custGeom>
          <ns0:avLst/>
          <ns0:gdLst/>
          <ns0:ahLst/>
          <ns0:cxnLst/>
          <ns0:rect l="0" t="0" r="0" b="0"/>
          <ns0:pathLst/>
        </ns0:custGeom>
        <ns0:solidFill>
          <ns0:srgbClr val="00B8FF"/>
        </ns0:solidFill>
        <ns0:ln w="9525" cap="flat" cmpd="sng" algn="ctr">
          <ns0:solidFill>
            <ns0:schemeClr val="tx1"/>
          </ns0:solidFill>
          <ns0:prstDash val="solid"/>
          <ns0:round/>
          <ns0:headEnd type="none" w="med" len="med"/>
          <ns0:tailEnd type="none" w="med" len="med"/>
        </ns0:ln>
        <ns0:effectLst/>
        <ns0:extLst>
          <ns0:ext uri="{AF507438-7753-43E0-B8FC-AC1667EBCBE1}">
            <ns1:hiddenEffects>
              <ns0:effectLst>
                <ns0:outerShdw dist="35921" dir="2700000" algn="ctr" rotWithShape="0">
                  <ns0:schemeClr val="bg2"/>
                </ns0:outerShdw>
              </ns0:effectLst>
            </ns1:hiddenEffects>
          </ns0:ext>
        </ns0:extLst>
      </ns0:spPr>
      <ns0:bodyPr vert="horz" wrap="square" lIns="91440" tIns="45720" rIns="91440" bIns="45720" numCol="1" anchor="t" anchorCtr="0" compatLnSpc="1">
        <ns0:prstTxWarp prst="textNoShape">
          <ns0:avLst/>
        </ns0:prstTxWarp>
      </ns0:bodyPr>
      <ns0:lstStyle>
        <ns0:defPPr marL="0" marR="0" indent="0" algn="l" defTabSz="457200" rtl="0" eaLnBrk="1" fontAlgn="base" latinLnBrk="0" hangingPunct="0">
          <ns0:lnSpc>
            <ns0:spcPct val="95000"/>
          </ns0:lnSpc>
          <ns0:spcBef>
            <ns0:spcPct val="0"/>
          </ns0:spcBef>
          <ns0:spcAft>
            <ns0:spcPct val="0"/>
          </ns0:spcAft>
          <ns0:buClr>
            <ns0:srgbClr val="000000"/>
          </ns0:buClr>
          <ns0:buSzPct val="100000"/>
          <ns0:buFont typeface="Times New Roman" panose="02020603050405020304" pitchFamily="18" charset="0"/>
          <ns0:buNone/>
          <ns0:tabLst/>
          <ns0:defRPr kumimoji="0" lang="en-GB" altLang="en-US" sz="1800" b="0" i="0" u="none" strike="noStrike" cap="none" normalizeH="0" baseline="0" smtClean="0">
            <ns0:ln>
              <ns0:noFill/>
            </ns0:ln>
            <ns0:effectLst/>
            <ns0:latin typeface="Times New Roman" panose="02020603050405020304" pitchFamily="18" charset="0"/>
            <ns0:cs typeface="Segoe UI" panose="020B0502040204020203" pitchFamily="34" charset="0"/>
          </ns0:defRPr>
        </ns0:defPPr>
      </ns0:lstStyle>
    </ns0:spDef>
    <ns0:lnDef>
      <ns0:spPr bwMode="auto">
        <ns0:xfrm>
          <ns0:off x="0" y="0"/>
          <ns0:ext cx="1" cy="1"/>
        </ns0:xfrm>
        <ns0:custGeom>
          <ns0:avLst/>
          <ns0:gdLst/>
          <ns0:ahLst/>
          <ns0:cxnLst/>
          <ns0:rect l="0" t="0" r="0" b="0"/>
          <ns0:pathLst/>
        </ns0:custGeom>
        <ns0:solidFill>
          <ns0:srgbClr val="00B8FF"/>
        </ns0:solidFill>
        <ns0:ln w="9525" cap="flat" cmpd="sng" algn="ctr">
          <ns0:solidFill>
            <ns0:schemeClr val="tx1"/>
          </ns0:solidFill>
          <ns0:prstDash val="solid"/>
          <ns0:round/>
          <ns0:headEnd type="none" w="med" len="med"/>
          <ns0:tailEnd type="none" w="med" len="med"/>
        </ns0:ln>
        <ns0:effectLst/>
        <ns0:extLst>
          <ns0:ext uri="{AF507438-7753-43E0-B8FC-AC1667EBCBE1}">
            <ns1:hiddenEffects>
              <ns0:effectLst>
                <ns0:outerShdw dist="35921" dir="2700000" algn="ctr" rotWithShape="0">
                  <ns0:schemeClr val="bg2"/>
                </ns0:outerShdw>
              </ns0:effectLst>
            </ns1:hiddenEffects>
          </ns0:ext>
        </ns0:extLst>
      </ns0:spPr>
      <ns0:bodyPr vert="horz" wrap="square" lIns="91440" tIns="45720" rIns="91440" bIns="45720" numCol="1" anchor="t" anchorCtr="0" compatLnSpc="1">
        <ns0:prstTxWarp prst="textNoShape">
          <ns0:avLst/>
        </ns0:prstTxWarp>
      </ns0:bodyPr>
      <ns0:lstStyle>
        <ns0:defPPr marL="0" marR="0" indent="0" algn="l" defTabSz="457200" rtl="0" eaLnBrk="1" fontAlgn="base" latinLnBrk="0" hangingPunct="0">
          <ns0:lnSpc>
            <ns0:spcPct val="95000"/>
          </ns0:lnSpc>
          <ns0:spcBef>
            <ns0:spcPct val="0"/>
          </ns0:spcBef>
          <ns0:spcAft>
            <ns0:spcPct val="0"/>
          </ns0:spcAft>
          <ns0:buClr>
            <ns0:srgbClr val="000000"/>
          </ns0:buClr>
          <ns0:buSzPct val="100000"/>
          <ns0:buFont typeface="Times New Roman" panose="02020603050405020304" pitchFamily="18" charset="0"/>
          <ns0:buNone/>
          <ns0:tabLst/>
          <ns0:defRPr kumimoji="0" lang="en-GB" altLang="en-US" sz="1800" b="0" i="0" u="none" strike="noStrike" cap="none" normalizeH="0" baseline="0" smtClean="0">
            <ns0:ln>
              <ns0:noFill/>
            </ns0:ln>
            <ns0:effectLst/>
            <ns0:latin typeface="Times New Roman" panose="02020603050405020304" pitchFamily="18" charset="0"/>
            <ns0:cs typeface="Segoe UI" panose="020B0502040204020203" pitchFamily="34" charset="0"/>
          </ns0:defRPr>
        </ns0:defPPr>
      </ns0:lstStyle>
    </ns0:lnDef>
  </ns0:objectDefaults>
  <ns0:extraClrSchemeLst>
    <ns0:extraClrScheme>
      <ns0:clrScheme name="Office Theme 1">
        <ns0:dk1>
          <ns0:srgbClr val="000000"/>
        </ns0:dk1>
        <ns0:lt1>
          <ns0:srgbClr val="FFFFFF"/>
        </ns0:lt1>
        <ns0:dk2>
          <ns0:srgbClr val="000000"/>
        </ns0:dk2>
        <ns0:lt2>
          <ns0:srgbClr val="808080"/>
        </ns0:lt2>
        <ns0:accent1>
          <ns0:srgbClr val="00CC99"/>
        </ns0:accent1>
        <ns0:accent2>
          <ns0:srgbClr val="3333CC"/>
        </ns0:accent2>
        <ns0:accent3>
          <ns0:srgbClr val="FFFFFF"/>
        </ns0:accent3>
        <ns0:accent4>
          <ns0:srgbClr val="000000"/>
        </ns0:accent4>
        <ns0:accent5>
          <ns0:srgbClr val="AAE2CA"/>
        </ns0:accent5>
        <ns0:accent6>
          <ns0:srgbClr val="2D2DB9"/>
        </ns0:accent6>
        <ns0:hlink>
          <ns0:srgbClr val="CCCCFF"/>
        </ns0:hlink>
        <ns0:folHlink>
          <ns0:srgbClr val="B2B2B2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  <ns0:extraClrScheme>
      <ns0:clrScheme name="Office Theme 2">
        <ns0:dk1>
          <ns0:srgbClr val="000000"/>
        </ns0:dk1>
        <ns0:lt1>
          <ns0:srgbClr val="FFFFFF"/>
        </ns0:lt1>
        <ns0:dk2>
          <ns0:srgbClr val="0000FF"/>
        </ns0:dk2>
        <ns0:lt2>
          <ns0:srgbClr val="FFFF00"/>
        </ns0:lt2>
        <ns0:accent1>
          <ns0:srgbClr val="FF9900"/>
        </ns0:accent1>
        <ns0:accent2>
          <ns0:srgbClr val="00FFFF"/>
        </ns0:accent2>
        <ns0:accent3>
          <ns0:srgbClr val="AAAAFF"/>
        </ns0:accent3>
        <ns0:accent4>
          <ns0:srgbClr val="DADADA"/>
        </ns0:accent4>
        <ns0:accent5>
          <ns0:srgbClr val="FFCAAA"/>
        </ns0:accent5>
        <ns0:accent6>
          <ns0:srgbClr val="00E7E7"/>
        </ns0:accent6>
        <ns0:hlink>
          <ns0:srgbClr val="FF0000"/>
        </ns0:hlink>
        <ns0:folHlink>
          <ns0:srgbClr val="969696"/>
        </ns0:folHlink>
      </ns0:clrScheme>
      <ns0:clrMap bg1="dk2" tx1="lt1" bg2="dk1" tx2="lt2" accent1="accent1" accent2="accent2" accent3="accent3" accent4="accent4" accent5="accent5" accent6="accent6" hlink="hlink" folHlink="folHlink"/>
    </ns0:extraClrScheme>
    <ns0:extraClrScheme>
      <ns0:clrScheme name="Office Theme 3">
        <ns0:dk1>
          <ns0:srgbClr val="000000"/>
        </ns0:dk1>
        <ns0:lt1>
          <ns0:srgbClr val="FFFFCC"/>
        </ns0:lt1>
        <ns0:dk2>
          <ns0:srgbClr val="808000"/>
        </ns0:dk2>
        <ns0:lt2>
          <ns0:srgbClr val="666633"/>
        </ns0:lt2>
        <ns0:accent1>
          <ns0:srgbClr val="339933"/>
        </ns0:accent1>
        <ns0:accent2>
          <ns0:srgbClr val="800000"/>
        </ns0:accent2>
        <ns0:accent3>
          <ns0:srgbClr val="FFFFE2"/>
        </ns0:accent3>
        <ns0:accent4>
          <ns0:srgbClr val="000000"/>
        </ns0:accent4>
        <ns0:accent5>
          <ns0:srgbClr val="ADCAAD"/>
        </ns0:accent5>
        <ns0:accent6>
          <ns0:srgbClr val="730000"/>
        </ns0:accent6>
        <ns0:hlink>
          <ns0:srgbClr val="0033CC"/>
        </ns0:hlink>
        <ns0:folHlink>
          <ns0:srgbClr val="FFCC66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  <ns0:extraClrScheme>
      <ns0:clrScheme name="Office Theme 4">
        <ns0:dk1>
          <ns0:srgbClr val="000000"/>
        </ns0:dk1>
        <ns0:lt1>
          <ns0:srgbClr val="FFFFFF"/>
        </ns0:lt1>
        <ns0:dk2>
          <ns0:srgbClr val="000000"/>
        </ns0:dk2>
        <ns0:lt2>
          <ns0:srgbClr val="333333"/>
        </ns0:lt2>
        <ns0:accent1>
          <ns0:srgbClr val="DDDDDD"/>
        </ns0:accent1>
        <ns0:accent2>
          <ns0:srgbClr val="808080"/>
        </ns0:accent2>
        <ns0:accent3>
          <ns0:srgbClr val="FFFFFF"/>
        </ns0:accent3>
        <ns0:accent4>
          <ns0:srgbClr val="000000"/>
        </ns0:accent4>
        <ns0:accent5>
          <ns0:srgbClr val="EBEBEB"/>
        </ns0:accent5>
        <ns0:accent6>
          <ns0:srgbClr val="737373"/>
        </ns0:accent6>
        <ns0:hlink>
          <ns0:srgbClr val="4D4D4D"/>
        </ns0:hlink>
        <ns0:folHlink>
          <ns0:srgbClr val="EAEAEA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  <ns0:extraClrScheme>
      <ns0:clrScheme name="Office Theme 5">
        <ns0:dk1>
          <ns0:srgbClr val="000000"/>
        </ns0:dk1>
        <ns0:lt1>
          <ns0:srgbClr val="FFFFFF"/>
        </ns0:lt1>
        <ns0:dk2>
          <ns0:srgbClr val="000000"/>
        </ns0:dk2>
        <ns0:lt2>
          <ns0:srgbClr val="808080"/>
        </ns0:lt2>
        <ns0:accent1>
          <ns0:srgbClr val="FFCC66"/>
        </ns0:accent1>
        <ns0:accent2>
          <ns0:srgbClr val="0000FF"/>
        </ns0:accent2>
        <ns0:accent3>
          <ns0:srgbClr val="FFFFFF"/>
        </ns0:accent3>
        <ns0:accent4>
          <ns0:srgbClr val="000000"/>
        </ns0:accent4>
        <ns0:accent5>
          <ns0:srgbClr val="FFE2B8"/>
        </ns0:accent5>
        <ns0:accent6>
          <ns0:srgbClr val="0000E7"/>
        </ns0:accent6>
        <ns0:hlink>
          <ns0:srgbClr val="CC00CC"/>
        </ns0:hlink>
        <ns0:folHlink>
          <ns0:srgbClr val="C0C0C0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  <ns0:extraClrScheme>
      <ns0:clrScheme name="Office Theme 6">
        <ns0:dk1>
          <ns0:srgbClr val="000000"/>
        </ns0:dk1>
        <ns0:lt1>
          <ns0:srgbClr val="FFFFFF"/>
        </ns0:lt1>
        <ns0:dk2>
          <ns0:srgbClr val="000000"/>
        </ns0:dk2>
        <ns0:lt2>
          <ns0:srgbClr val="808080"/>
        </ns0:lt2>
        <ns0:accent1>
          <ns0:srgbClr val="C0C0C0"/>
        </ns0:accent1>
        <ns0:accent2>
          <ns0:srgbClr val="0066FF"/>
        </ns0:accent2>
        <ns0:accent3>
          <ns0:srgbClr val="FFFFFF"/>
        </ns0:accent3>
        <ns0:accent4>
          <ns0:srgbClr val="000000"/>
        </ns0:accent4>
        <ns0:accent5>
          <ns0:srgbClr val="DCDCDC"/>
        </ns0:accent5>
        <ns0:accent6>
          <ns0:srgbClr val="005CE7"/>
        </ns0:accent6>
        <ns0:hlink>
          <ns0:srgbClr val="FF0000"/>
        </ns0:hlink>
        <ns0:folHlink>
          <ns0:srgbClr val="009900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  <ns0:extraClrScheme>
      <ns0:clrScheme name="Office Theme 7">
        <ns0:dk1>
          <ns0:srgbClr val="000000"/>
        </ns0:dk1>
        <ns0:lt1>
          <ns0:srgbClr val="FFFFFF"/>
        </ns0:lt1>
        <ns0:dk2>
          <ns0:srgbClr val="000000"/>
        </ns0:dk2>
        <ns0:lt2>
          <ns0:srgbClr val="808080"/>
        </ns0:lt2>
        <ns0:accent1>
          <ns0:srgbClr val="3399FF"/>
        </ns0:accent1>
        <ns0:accent2>
          <ns0:srgbClr val="99FFCC"/>
        </ns0:accent2>
        <ns0:accent3>
          <ns0:srgbClr val="FFFFFF"/>
        </ns0:accent3>
        <ns0:accent4>
          <ns0:srgbClr val="000000"/>
        </ns0:accent4>
        <ns0:accent5>
          <ns0:srgbClr val="ADCAFF"/>
        </ns0:accent5>
        <ns0:accent6>
          <ns0:srgbClr val="8AE7B9"/>
        </ns0:accent6>
        <ns0:hlink>
          <ns0:srgbClr val="CC00CC"/>
        </ns0:hlink>
        <ns0:folHlink>
          <ns0:srgbClr val="B2B2B2"/>
        </ns0:folHlink>
      </ns0:clrScheme>
      <ns0:clrMap bg1="lt1" tx1="dk1" bg2="lt2" tx2="dk2" accent1="accent1" accent2="accent2" accent3="accent3" accent4="accent4" accent5="accent5" accent6="accent6" hlink="hlink" folHlink="folHlink"/>
    </ns0:extraClrScheme>
  </ns0:extraClrSchemeLst>
  <ns0:extLst>
    <ns0:ext uri="{05A4C25C-085E-4340-85A3-A5531E510DB2}">
      <ns2:themeFamily name="Office Theme" id="{62F939B6-93AF-4DB8-9C6B-D6C7DFDC589F}" vid="{4A3C46E8-61CC-4603-A589-7422A47A8E4A}"/>
    </ns0:ext>
  </ns0:extLst>
</ns0:theme>
</file>

<file path=ppt/theme/theme2.xml><?xml version="1.0" encoding="utf-8"?>
<a:theme xmlns:a="http://schemas.openxmlformats.org/drawingml/2006/main" name="Office Theme">
  <a:themeElements>
    <a:clrScheme name="Theme Colors">
      <a:dk1>
        <a:srgbClr val="454C51"/>
      </a:dk1>
      <a:lt1>
        <a:srgbClr val="FFFFFF"/>
      </a:lt1>
      <a:dk2>
        <a:srgbClr val="6A737B"/>
      </a:dk2>
      <a:lt2>
        <a:srgbClr val="E4E5E6"/>
      </a:lt2>
      <a:accent1>
        <a:srgbClr val="ED1C24"/>
      </a:accent1>
      <a:accent2>
        <a:srgbClr val="F7AC07"/>
      </a:accent2>
      <a:accent3>
        <a:srgbClr val="7AC142"/>
      </a:accent3>
      <a:accent4>
        <a:srgbClr val="72AEB6"/>
      </a:accent4>
      <a:accent5>
        <a:srgbClr val="546291"/>
      </a:accent5>
      <a:accent6>
        <a:srgbClr val="00AEEF"/>
      </a:accent6>
      <a:hlink>
        <a:srgbClr val="7AC142"/>
      </a:hlink>
      <a:folHlink>
        <a:srgbClr val="94A0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</Words>
  <Application>Microsoft Office PowerPoint</Application>
  <PresentationFormat>Diavetítés a képernyőre (4:3 oldalarány)</PresentationFormat>
  <Paragraphs>3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 Theme</vt:lpstr>
      <vt:lpstr>Green background color defined by master slide</vt:lpstr>
    </vt:vector>
  </TitlesOfParts>
  <Company>ACME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Corporate Presentation Template 2011</dc:title>
  <dc:creator>John Doe</dc:creator>
  <dc:description>Template Version 12:  6/8/14</dc:description>
  <cp:lastModifiedBy>zolnai</cp:lastModifiedBy>
  <cp:revision>28</cp:revision>
  <cp:lastPrinted>2014-10-14T15:54:00Z</cp:lastPrinted>
  <dcterms:created xsi:type="dcterms:W3CDTF">2011-07-21T20:23:09Z</dcterms:created>
  <dcterms:modified xsi:type="dcterms:W3CDTF">2014-11-28T18:06:54Z</dcterms:modified>
</cp:coreProperties>
</file>