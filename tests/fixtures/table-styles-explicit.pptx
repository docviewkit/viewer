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table1"/>
    <p:sldId id="257" r:id="table2"/>
    <p:sldId id="258" r:id="table3"/>
    <p:sldId id="259" r:id="table4"/>
    <p:sldId id="260" r:id="table5"/>
    <p:sldId id="261" r:id="table6"/>
    <p:sldId id="262" r:id="table7"/>
    <p:sldId id="263" r:id="table8"/>
    <p:sldId id="264" r:id="table9"/>
    <p:sldId id="265" r:id="table10"/>
    <p:sldId id="266" r:id="table11"/>
    <p:sldId id="267" r:id="table12"/>
    <p:sldId id="268" r:id="table13"/>
    <p:sldId id="269" r:id="table14"/>
    <p:sldId id="270" r:id="table15"/>
    <p:sldId id="271" r:id="table16"/>
    <p:sldId id="272" r:id="table17"/>
    <p:sldId id="273" r:id="table18"/>
    <p:sldId id="274" r:id="table19"/>
    <p:sldId id="275" r:id="table20"/>
    <p:sldId id="276" r:id="table21"/>
    <p:sldId id="277" r:id="table22"/>
    <p:sldId id="278" r:id="table23"/>
    <p:sldId id="279" r:id="table24"/>
    <p:sldId id="280" r:id="table25"/>
    <p:sldId id="281" r:id="table26"/>
    <p:sldId id="282" r:id="table27"/>
    <p:sldId id="283" r:id="table28"/>
    <p:sldId id="284" r:id="table29"/>
    <p:sldId id="285" r:id="table30"/>
    <p:sldId id="286" r:id="table31"/>
    <p:sldId id="287" r:id="table32"/>
    <p:sldId id="288" r:id="table33"/>
    <p:sldId id="289" r:id="table34"/>
    <p:sldId id="290" r:id="table35"/>
    <p:sldId id="291" r:id="table36"/>
    <p:sldId id="292" r:id="table37"/>
    <p:sldId id="293" r:id="table38"/>
    <p:sldId id="294" r:id="table39"/>
    <p:sldId id="295" r:id="table40"/>
    <p:sldId id="296" r:id="table41"/>
    <p:sldId id="297" r:id="table42"/>
    <p:sldId id="298" r:id="table43"/>
    <p:sldId id="299" r:id="table44"/>
    <p:sldId id="300" r:id="table45"/>
    <p:sldId id="301" r:id="table46"/>
    <p:sldId id="302" r:id="table47"/>
    <p:sldId id="303" r:id="table48"/>
    <p:sldId id="304" r:id="table49"/>
    <p:sldId id="305" r:id="table50"/>
    <p:sldId id="306" r:id="table51"/>
    <p:sldId id="307" r:id="table52"/>
    <p:sldId id="308" r:id="table53"/>
    <p:sldId id="309" r:id="table54"/>
    <p:sldId id="310" r:id="table55"/>
    <p:sldId id="311" r:id="table56"/>
    <p:sldId id="312" r:id="table57"/>
    <p:sldId id="313" r:id="table58"/>
    <p:sldId id="314" r:id="table59"/>
    <p:sldId id="315" r:id="table60"/>
    <p:sldId id="316" r:id="table61"/>
    <p:sldId id="317" r:id="table62"/>
    <p:sldId id="318" r:id="table63"/>
    <p:sldId id="319" r:id="table64"/>
    <p:sldId id="320" r:id="table65"/>
    <p:sldId id="321" r:id="table66"/>
    <p:sldId id="322" r:id="table67"/>
    <p:sldId id="323" r:id="table68"/>
    <p:sldId id="324" r:id="table69"/>
    <p:sldId id="325" r:id="table70"/>
    <p:sldId id="326" r:id="table71"/>
    <p:sldId id="327" r:id="table72"/>
    <p:sldId id="328" r:id="table73"/>
    <p:sldId id="329" r:id="table74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!-- MS-OE376 2.1.1343: normative built-in table style definitions and color substitutions.
https://learn.microsoft.com/en-us/openspecs/office_standards/ms-oe376/d1f27e91-0523-459b-bc14-ba61b29e95e6 -->
<a:tblStyleLst xmlns:a="http://schemas.openxmlformats.org/drawingml/2006/main">
  <a:tblStyle styleId="{2D5ABB26-0587-4C30-8999-92F81FD0307C}" styleName="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">
    <a:wholeTbl>
      <a:tcTxStyle>
        <a:fontRef idx="minor">
          <a:scrgbClr r="0" g="0" b="0"/>
        </a:fontRef>
        <a:schemeClr val="accen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">
    <a:wholeTbl>
      <a:tcTxStyle>
        <a:fontRef idx="minor">
          <a:scrgbClr r="0" g="0" b="0"/>
        </a:fontRef>
        <a:schemeClr val="accent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">
    <a:wholeTbl>
      <a:tcTxStyle>
        <a:fontRef idx="minor">
          <a:scrgbClr r="0" g="0" b="0"/>
        </a:fontRef>
        <a:schemeClr val="accent3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">
    <a:wholeTbl>
      <a:tcTxStyle>
        <a:fontRef idx="minor">
          <a:scrgbClr r="0" g="0" b="0"/>
        </a:fontRef>
        <a:schemeClr val="accent4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">
    <a:wholeTbl>
      <a:tcTxStyle>
        <a:fontRef idx="minor">
          <a:scrgbClr r="0" g="0" b="0"/>
        </a:fontRef>
        <a:schemeClr val="accent5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">
    <a:wholeTbl>
      <a:tcTxStyle>
        <a:fontRef idx="minor">
          <a:scrgbClr r="0" g="0" b="0"/>
        </a:fontRef>
        <a:schemeClr val="accent6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">
    <a:wholeTbl>
      <a:tcTxStyle>
        <a:fontRef idx="minor">
          <a:scrgbClr r="0" g="0" b="0"/>
        </a:fontRef>
        <a:schemeClr val="accen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">
    <a:wholeTbl>
      <a:tcTxStyle>
        <a:fontRef idx="minor">
          <a:scrgbClr r="0" g="0" b="0"/>
        </a:fontRef>
        <a:schemeClr val="accent2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">
    <a:wholeTbl>
      <a:tcTxStyle>
        <a:fontRef idx="minor">
          <a:scrgbClr r="0" g="0" b="0"/>
        </a:fontRef>
        <a:schemeClr val="accent3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">
    <a:wholeTbl>
      <a:tcTxStyle>
        <a:fontRef idx="minor">
          <a:scrgbClr r="0" g="0" b="0"/>
        </a:fontRef>
        <a:schemeClr val="accent4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">
    <a:wholeTbl>
      <a:tcTxStyle>
        <a:fontRef idx="minor">
          <a:scrgbClr r="0" g="0" b="0"/>
        </a:fontRef>
        <a:schemeClr val="accent5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">
    <a:wholeTbl>
      <a:tcTxStyle>
        <a:fontRef idx="minor">
          <a:scrgbClr r="0" g="0" b="0"/>
        </a:fontRef>
        <a:schemeClr val="accent6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">
    <a:wholeTbl>
      <a:tcTxStyle>
        <a:fontRef idx="minor">
          <a:scrgbClr r="0" g="0" b="0"/>
        </a:fontRef>
        <a:schemeClr val="accent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">
    <a:wholeTbl>
      <a:tcTxStyle>
        <a:fontRef idx="minor">
          <a:scrgbClr r="0" g="0" b="0"/>
        </a:fontRef>
        <a:schemeClr val="accent2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">
    <a:wholeTbl>
      <a:tcTxStyle>
        <a:fontRef idx="minor">
          <a:scrgbClr r="0" g="0" b="0"/>
        </a:fontRef>
        <a:schemeClr val="accent3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">
    <a:wholeTbl>
      <a:tcTxStyle>
        <a:fontRef idx="minor">
          <a:scrgbClr r="0" g="0" b="0"/>
        </a:fontRef>
        <a:schemeClr val="accent4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">
    <a:wholeTbl>
      <a:tcTxStyle>
        <a:fontRef idx="minor">
          <a:scrgbClr r="0" g="0" b="0"/>
        </a:fontRef>
        <a:schemeClr val="accent5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">
    <a:wholeTbl>
      <a:tcTxStyle>
        <a:fontRef idx="minor">
          <a:scrgbClr r="0" g="0" b="0"/>
        </a:fontRef>
        <a:schemeClr val="accent6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">
    <a:wholeTbl>
      <a:tcTxStyle>
        <a:fontRef idx="minor">
          <a:scrgbClr r="0" g="0" b="0"/>
        </a:fontRef>
        <a:schemeClr val="accent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">
    <a:wholeTbl>
      <a:tcTxStyle>
        <a:fontRef idx="minor">
          <a:scrgbClr r="0" g="0" b="0"/>
        </a:fontRef>
        <a:schemeClr val="accent2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">
    <a:wholeTbl>
      <a:tcTxStyle>
        <a:fontRef idx="minor">
          <a:scrgbClr r="0" g="0" b="0"/>
        </a:fontRef>
        <a:schemeClr val="accent3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">
    <a:wholeTbl>
      <a:tcTxStyle>
        <a:fontRef idx="minor">
          <a:scrgbClr r="0" g="0" b="0"/>
        </a:fontRef>
        <a:schemeClr val="accent4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">
    <a:wholeTbl>
      <a:tcTxStyle>
        <a:fontRef idx="minor">
          <a:scrgbClr r="0" g="0" b="0"/>
        </a:fontRef>
        <a:schemeClr val="accent5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">
    <a:wholeTbl>
      <a:tcTxStyle>
        <a:fontRef idx="minor">
          <a:scrgbClr r="0" g="0" b="0"/>
        </a:fontRef>
        <a:schemeClr val="accent6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">
    <a:wholeTbl>
      <a:tcTxStyle>
        <a:fontRef idx="minor">
          <a:prstClr val="black"/>
        </a:fontRef>
        <a:schemeClr val="accent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">
    <a:wholeTbl>
      <a:tcTxStyle>
        <a:fontRef idx="minor">
          <a:prstClr val="black"/>
        </a:fontRef>
        <a:schemeClr val="accent3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">
    <a:wholeTbl>
      <a:tcTxStyle>
        <a:fontRef idx="minor">
          <a:prstClr val="black"/>
        </a:fontRef>
        <a:schemeClr val="accent4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">
    <a:wholeTbl>
      <a:tcTxStyle>
        <a:fontRef idx="minor">
          <a:prstClr val="black"/>
        </a:fontRef>
        <a:schemeClr val="accent5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">
    <a:wholeTbl>
      <a:tcTxStyle>
        <a:fontRef idx="minor">
          <a:prstClr val="black"/>
        </a:fontRef>
        <a:schemeClr val="accent6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">
    <a:wholeTbl>
      <a:tcTxStyle>
        <a:fontRef idx="minor">
          <a:scrgbClr r="0" g="0" b="0"/>
        </a:fontRef>
        <a:schemeClr val="accent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">
    <a:wholeTbl>
      <a:tcTxStyle>
        <a:fontRef idx="minor">
          <a:scrgbClr r="0" g="0" b="0"/>
        </a:fontRef>
        <a:schemeClr val="accent2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">
    <a:wholeTbl>
      <a:tcTxStyle>
        <a:fontRef idx="minor">
          <a:scrgbClr r="0" g="0" b="0"/>
        </a:fontRef>
        <a:schemeClr val="accent3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">
    <a:wholeTbl>
      <a:tcTxStyle>
        <a:fontRef idx="minor">
          <a:scrgbClr r="0" g="0" b="0"/>
        </a:fontRef>
        <a:schemeClr val="accent4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">
    <a:wholeTbl>
      <a:tcTxStyle>
        <a:fontRef idx="minor">
          <a:scrgbClr r="0" g="0" b="0"/>
        </a:fontRef>
        <a:schemeClr val="accent5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">
    <a:wholeTbl>
      <a:tcTxStyle>
        <a:fontRef idx="minor">
          <a:scrgbClr r="0" g="0" b="0"/>
        </a:fontRef>
        <a:schemeClr val="accent6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">
    <a:wholeTbl>
      <a:tcTxStyle>
        <a:fontRef idx="minor">
          <a:scrgbClr r="0" g="0" b="0"/>
        </a:fontRef>
        <a:schemeClr val="accen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">
    <a:wholeTbl>
      <a:tcTxStyle>
        <a:fontRef idx="minor">
          <a:scrgbClr r="0" g="0" b="0"/>
        </a:fontRef>
        <a:schemeClr val="accent3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">
    <a:wholeTbl>
      <a:tcTxStyle>
        <a:fontRef idx="minor">
          <a:scrgbClr r="0" g="0" b="0"/>
        </a:fontRef>
        <a:schemeClr val="accent5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table1" Type="http://schemas.openxmlformats.org/officeDocument/2006/relationships/slide" Target="slides/slide1.xml" /><ns0:Relationship Id="table2" Type="http://schemas.openxmlformats.org/officeDocument/2006/relationships/slide" Target="slides/slide2.xml" /><ns0:Relationship Id="table3" Type="http://schemas.openxmlformats.org/officeDocument/2006/relationships/slide" Target="slides/slide3.xml" /><ns0:Relationship Id="table4" Type="http://schemas.openxmlformats.org/officeDocument/2006/relationships/slide" Target="slides/slide4.xml" /><ns0:Relationship Id="table5" Type="http://schemas.openxmlformats.org/officeDocument/2006/relationships/slide" Target="slides/slide5.xml" /><ns0:Relationship Id="table6" Type="http://schemas.openxmlformats.org/officeDocument/2006/relationships/slide" Target="slides/slide6.xml" /><ns0:Relationship Id="table7" Type="http://schemas.openxmlformats.org/officeDocument/2006/relationships/slide" Target="slides/slide7.xml" /><ns0:Relationship Id="table8" Type="http://schemas.openxmlformats.org/officeDocument/2006/relationships/slide" Target="slides/slide8.xml" /><ns0:Relationship Id="table9" Type="http://schemas.openxmlformats.org/officeDocument/2006/relationships/slide" Target="slides/slide9.xml" /><ns0:Relationship Id="table10" Type="http://schemas.openxmlformats.org/officeDocument/2006/relationships/slide" Target="slides/slide10.xml" /><ns0:Relationship Id="table11" Type="http://schemas.openxmlformats.org/officeDocument/2006/relationships/slide" Target="slides/slide11.xml" /><ns0:Relationship Id="table12" Type="http://schemas.openxmlformats.org/officeDocument/2006/relationships/slide" Target="slides/slide12.xml" /><ns0:Relationship Id="table13" Type="http://schemas.openxmlformats.org/officeDocument/2006/relationships/slide" Target="slides/slide13.xml" /><ns0:Relationship Id="table14" Type="http://schemas.openxmlformats.org/officeDocument/2006/relationships/slide" Target="slides/slide14.xml" /><ns0:Relationship Id="table15" Type="http://schemas.openxmlformats.org/officeDocument/2006/relationships/slide" Target="slides/slide15.xml" /><ns0:Relationship Id="table16" Type="http://schemas.openxmlformats.org/officeDocument/2006/relationships/slide" Target="slides/slide16.xml" /><ns0:Relationship Id="table17" Type="http://schemas.openxmlformats.org/officeDocument/2006/relationships/slide" Target="slides/slide17.xml" /><ns0:Relationship Id="table18" Type="http://schemas.openxmlformats.org/officeDocument/2006/relationships/slide" Target="slides/slide18.xml" /><ns0:Relationship Id="table19" Type="http://schemas.openxmlformats.org/officeDocument/2006/relationships/slide" Target="slides/slide19.xml" /><ns0:Relationship Id="table20" Type="http://schemas.openxmlformats.org/officeDocument/2006/relationships/slide" Target="slides/slide20.xml" /><ns0:Relationship Id="table21" Type="http://schemas.openxmlformats.org/officeDocument/2006/relationships/slide" Target="slides/slide21.xml" /><ns0:Relationship Id="table22" Type="http://schemas.openxmlformats.org/officeDocument/2006/relationships/slide" Target="slides/slide22.xml" /><ns0:Relationship Id="table23" Type="http://schemas.openxmlformats.org/officeDocument/2006/relationships/slide" Target="slides/slide23.xml" /><ns0:Relationship Id="table24" Type="http://schemas.openxmlformats.org/officeDocument/2006/relationships/slide" Target="slides/slide24.xml" /><ns0:Relationship Id="table25" Type="http://schemas.openxmlformats.org/officeDocument/2006/relationships/slide" Target="slides/slide25.xml" /><ns0:Relationship Id="table26" Type="http://schemas.openxmlformats.org/officeDocument/2006/relationships/slide" Target="slides/slide26.xml" /><ns0:Relationship Id="table27" Type="http://schemas.openxmlformats.org/officeDocument/2006/relationships/slide" Target="slides/slide27.xml" /><ns0:Relationship Id="table28" Type="http://schemas.openxmlformats.org/officeDocument/2006/relationships/slide" Target="slides/slide28.xml" /><ns0:Relationship Id="table29" Type="http://schemas.openxmlformats.org/officeDocument/2006/relationships/slide" Target="slides/slide29.xml" /><ns0:Relationship Id="table30" Type="http://schemas.openxmlformats.org/officeDocument/2006/relationships/slide" Target="slides/slide30.xml" /><ns0:Relationship Id="table31" Type="http://schemas.openxmlformats.org/officeDocument/2006/relationships/slide" Target="slides/slide31.xml" /><ns0:Relationship Id="table32" Type="http://schemas.openxmlformats.org/officeDocument/2006/relationships/slide" Target="slides/slide32.xml" /><ns0:Relationship Id="table33" Type="http://schemas.openxmlformats.org/officeDocument/2006/relationships/slide" Target="slides/slide33.xml" /><ns0:Relationship Id="table34" Type="http://schemas.openxmlformats.org/officeDocument/2006/relationships/slide" Target="slides/slide34.xml" /><ns0:Relationship Id="table35" Type="http://schemas.openxmlformats.org/officeDocument/2006/relationships/slide" Target="slides/slide35.xml" /><ns0:Relationship Id="table36" Type="http://schemas.openxmlformats.org/officeDocument/2006/relationships/slide" Target="slides/slide36.xml" /><ns0:Relationship Id="table37" Type="http://schemas.openxmlformats.org/officeDocument/2006/relationships/slide" Target="slides/slide37.xml" /><ns0:Relationship Id="table38" Type="http://schemas.openxmlformats.org/officeDocument/2006/relationships/slide" Target="slides/slide38.xml" /><ns0:Relationship Id="table39" Type="http://schemas.openxmlformats.org/officeDocument/2006/relationships/slide" Target="slides/slide39.xml" /><ns0:Relationship Id="table40" Type="http://schemas.openxmlformats.org/officeDocument/2006/relationships/slide" Target="slides/slide40.xml" /><ns0:Relationship Id="table41" Type="http://schemas.openxmlformats.org/officeDocument/2006/relationships/slide" Target="slides/slide41.xml" /><ns0:Relationship Id="table42" Type="http://schemas.openxmlformats.org/officeDocument/2006/relationships/slide" Target="slides/slide42.xml" /><ns0:Relationship Id="table43" Type="http://schemas.openxmlformats.org/officeDocument/2006/relationships/slide" Target="slides/slide43.xml" /><ns0:Relationship Id="table44" Type="http://schemas.openxmlformats.org/officeDocument/2006/relationships/slide" Target="slides/slide44.xml" /><ns0:Relationship Id="table45" Type="http://schemas.openxmlformats.org/officeDocument/2006/relationships/slide" Target="slides/slide45.xml" /><ns0:Relationship Id="table46" Type="http://schemas.openxmlformats.org/officeDocument/2006/relationships/slide" Target="slides/slide46.xml" /><ns0:Relationship Id="table47" Type="http://schemas.openxmlformats.org/officeDocument/2006/relationships/slide" Target="slides/slide47.xml" /><ns0:Relationship Id="table48" Type="http://schemas.openxmlformats.org/officeDocument/2006/relationships/slide" Target="slides/slide48.xml" /><ns0:Relationship Id="table49" Type="http://schemas.openxmlformats.org/officeDocument/2006/relationships/slide" Target="slides/slide49.xml" /><ns0:Relationship Id="table50" Type="http://schemas.openxmlformats.org/officeDocument/2006/relationships/slide" Target="slides/slide50.xml" /><ns0:Relationship Id="table51" Type="http://schemas.openxmlformats.org/officeDocument/2006/relationships/slide" Target="slides/slide51.xml" /><ns0:Relationship Id="table52" Type="http://schemas.openxmlformats.org/officeDocument/2006/relationships/slide" Target="slides/slide52.xml" /><ns0:Relationship Id="table53" Type="http://schemas.openxmlformats.org/officeDocument/2006/relationships/slide" Target="slides/slide53.xml" /><ns0:Relationship Id="table54" Type="http://schemas.openxmlformats.org/officeDocument/2006/relationships/slide" Target="slides/slide54.xml" /><ns0:Relationship Id="table55" Type="http://schemas.openxmlformats.org/officeDocument/2006/relationships/slide" Target="slides/slide55.xml" /><ns0:Relationship Id="table56" Type="http://schemas.openxmlformats.org/officeDocument/2006/relationships/slide" Target="slides/slide56.xml" /><ns0:Relationship Id="table57" Type="http://schemas.openxmlformats.org/officeDocument/2006/relationships/slide" Target="slides/slide57.xml" /><ns0:Relationship Id="table58" Type="http://schemas.openxmlformats.org/officeDocument/2006/relationships/slide" Target="slides/slide58.xml" /><ns0:Relationship Id="table59" Type="http://schemas.openxmlformats.org/officeDocument/2006/relationships/slide" Target="slides/slide59.xml" /><ns0:Relationship Id="table60" Type="http://schemas.openxmlformats.org/officeDocument/2006/relationships/slide" Target="slides/slide60.xml" /><ns0:Relationship Id="table61" Type="http://schemas.openxmlformats.org/officeDocument/2006/relationships/slide" Target="slides/slide61.xml" /><ns0:Relationship Id="table62" Type="http://schemas.openxmlformats.org/officeDocument/2006/relationships/slide" Target="slides/slide62.xml" /><ns0:Relationship Id="table63" Type="http://schemas.openxmlformats.org/officeDocument/2006/relationships/slide" Target="slides/slide63.xml" /><ns0:Relationship Id="table64" Type="http://schemas.openxmlformats.org/officeDocument/2006/relationships/slide" Target="slides/slide64.xml" /><ns0:Relationship Id="table65" Type="http://schemas.openxmlformats.org/officeDocument/2006/relationships/slide" Target="slides/slide65.xml" /><ns0:Relationship Id="table66" Type="http://schemas.openxmlformats.org/officeDocument/2006/relationships/slide" Target="slides/slide66.xml" /><ns0:Relationship Id="table67" Type="http://schemas.openxmlformats.org/officeDocument/2006/relationships/slide" Target="slides/slide67.xml" /><ns0:Relationship Id="table68" Type="http://schemas.openxmlformats.org/officeDocument/2006/relationships/slide" Target="slides/slide68.xml" /><ns0:Relationship Id="table69" Type="http://schemas.openxmlformats.org/officeDocument/2006/relationships/slide" Target="slides/slide69.xml" /><ns0:Relationship Id="table70" Type="http://schemas.openxmlformats.org/officeDocument/2006/relationships/slide" Target="slides/slide70.xml" /><ns0:Relationship Id="table71" Type="http://schemas.openxmlformats.org/officeDocument/2006/relationships/slide" Target="slides/slide71.xml" /><ns0:Relationship Id="table72" Type="http://schemas.openxmlformats.org/officeDocument/2006/relationships/slide" Target="slides/slide72.xml" /><ns0:Relationship Id="table73" Type="http://schemas.openxmlformats.org/officeDocument/2006/relationships/slide" Target="slides/slide73.xml" /><ns0:Relationship Id="table74" Type="http://schemas.openxmlformats.org/officeDocument/2006/relationships/slide" Target="slides/slide74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5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8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241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56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7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3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585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3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1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007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53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63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{2D5ABB26-0587-4C30-8999-92F81FD0307C}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{3C2FFA5D-87B4-456A-9821-1D502468CF0F}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{284E427A-3D55-4303-BF80-6455036E1DE7}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{69C7853C-536D-4A76-A0AE-DD22124D55A5}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{775DCB02-9BB8-47FD-8907-85C794F793BA}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{35758FB7-9AC5-4552-8A53-C91805E547FA}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{08FB837D-C827-4EFA-A057-4D05807E0F7C}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{5940675A-B579-460E-94D1-54222C63F5DA}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{D113A9D2-9D6B-4929-AA2D-F23B5EE8CBE7}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{18603FDC-E32A-4AB5-989C-0864C3EAD2B8}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{306799F8-075E-4A3A-A7F6-7FBC6576F1A4}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{E269D01E-BC32-4049-B463-5C60D7B0CCD2}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{327F97BB-C833-4FB7-BDE5-3F7075034690}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{638B1855-1B75-4FBE-930C-398BA8C253C6}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{9D7B26C5-4107-4FEC-AEDC-1716B250A1EF}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{3B4B98B0-60AC-42C2-AFA5-B58CD77FA1E5}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{0E3FDE45-AF77-4B5C-9715-49D594BDF05E}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{C083E6E3-FA7D-4D7B-A595-EF9225AFEA82}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{D27102A9-8310-4765-A935-A1911B00CA55}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{5FD0F851-EC5A-4D38-B0AD-8093EC10F338}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{68D230F3-CF80-4859-8CE7-A43EE81993B5}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{7E9639D4-E3E2-4D34-9284-5A2195B3D0D7}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{69012ECD-51FC-41F1-AA8D-1B2483CD663E}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{72833802-FEF1-4C79-8D5D-14CF1EAF98D9}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{F2DE63D5-997A-4646-A377-4702673A728D}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{17292A2E-F333-43FB-9621-5CBBE7FDCDCB}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{5A111915-BE36-4E01-A7E5-04B1672EAD32}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{912C8C85-51F0-491E-9774-3900AFEF0FD7}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{616DA210-FB5B-4158-B5E0-FEB733F419BA}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{BC89EF96-8CEA-46FF-86C4-4CE0E7609802}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{5DA37D80-6434-44D0-A028-1B22A696006F}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{8799B23B-EC83-4686-B30A-512413B5E67A}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{ED083AE6-46FA-4A59-8FB0-9F97EB10719F}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{BDBED569-4797-4DF1-A0F4-6AAB3CD982D8}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{E8B1032C-EA38-4F05-BA0D-38AFFFC7BED3}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{793D81CF-94F2-401A-BA57-92F5A7B2D0C5}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{B301B821-A1FF-4177-AEE7-76D212191A09}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{9DCAF9ED-07DC-4A11-8D7F-57B35C25682E}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3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{1FECB4D8-DB02-4DC6-A0A2-4F2EBAE1DC90}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{1E171933-4619-4E11-9A3F-F7608DF75F80}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{FABFCF23-3B69-468F-B69F-88F6DE6A72F2}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{10A1B5D5-9B99-4C35-A422-299274C87663}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{073A0DAA-6AF3-43AB-8588-CEC1D06C72B9}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{21E4AEA4-8DFA-4A89-87EB-49C32662AFE0}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{F5AB1C69-6EDB-4FF4-983F-18BD219EF322}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{00A15C55-8517-42AA-B614-E9B94910E393}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{7DF18680-E054-41AD-8BC1-D1AEF772440D}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4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{93296810-A885-4BE3-A3E7-6D5BEEA58F35}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{8EC20E35-A176-4012-BC5E-935CFFF8708E}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{6E25E649-3F16-4E02-A733-19D2CDBF48F0}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{85BE263C-DBD7-4A20-BB59-AAB30ACAA65A}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{EB344D84-9AFB-497E-A393-DC336BA19D2E}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{EB9631B5-78F2-41C9-869B-9F39066F8104}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{74C1A8A3-306A-4EB7-A6B1-4F7E0EB9C5D6}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{2A488322-F2BA-4B5B-9748-0D474271808F}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{D7AC3CCA-C797-4891-BE02-D94E43425B78}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{69CF1AB2-1976-4502-BF36-3FF5EA218861}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5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{8A107856-5554-42FB-B03E-39F5DBC370BA}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{0505E3EF-67EA-436B-97B2-0124C06EBD24}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{C4B1156A-380E-4F78-BDF5-A606A8083BF9}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{22838BEF-8BB2-4498-84A7-C5851F593DF1}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{16D9F66E-5EB9-4882-86FB-DCBF35E3C3E4}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{E8034E78-7F5D-4C2E-B375-FC64B27BC917}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{125E5076-3810-47DD-B79F-674D7AD40C01}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{37CE84F3-28C3-443E-9E96-99CF82512B78}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{D03447BB-5D67-496B-8E87-E561075AD55C}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{E929F9F4-4A8F-4326-A1B4-22849713DDAB}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6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{8FD4443E-F989-4FC4-A0C8-D5A2AF1F390B}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{AF606853-7671-496A-8E4F-DF71F8EC918B}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{5202B0CA-FC54-4496-8BCA-5EF66A818D29}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{0660B408-B3CF-4A94-85FC-2B1E0A45F4A2}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{91EBBBCC-DAD2-459C-BE2E-F6DE35CF9A28}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slides/slide7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{46F890A9-2807-4EBB-B81D-B2AA78EC7F39}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Diavetítés a képernyőre (4:3 oldalarány)</PresentationFormat>
  <Paragraphs>1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zolnai</dc:creator>
  <cp:lastModifiedBy>zolnai</cp:lastModifiedBy>
  <cp:revision>1</cp:revision>
  <dcterms:created xsi:type="dcterms:W3CDTF">2014-12-05T16:37:59Z</dcterms:created>
  <dcterms:modified xsi:type="dcterms:W3CDTF">2014-12-05T16:40:30Z</dcterms:modified>
</cp:coreProperties>
</file>