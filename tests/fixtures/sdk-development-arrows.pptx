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3" r:id="rId5"/>
  </p:sldMasterIdLst>
  <p:notesMasterIdLst>
    <p:notesMasterId r:id="rId19"/>
  </p:notesMasterIdLst>
  <p:handoutMasterIdLst>
    <p:handoutMasterId r:id="rId20"/>
  </p:handoutMasterIdLst>
  <p:sldIdLst>
    <p:sldId id="448" r:id="rId6"/>
    <p:sldId id="492" r:id="rId7"/>
    <p:sldId id="503" r:id="rId8"/>
    <p:sldId id="482" r:id="rId9"/>
    <p:sldId id="483" r:id="rId10"/>
    <p:sldId id="504" r:id="rId11"/>
    <p:sldId id="491" r:id="rId12"/>
    <p:sldId id="479" r:id="rId13"/>
    <p:sldId id="507" r:id="rId14"/>
    <p:sldId id="506" r:id="rId15"/>
    <p:sldId id="505" r:id="rId16"/>
    <p:sldId id="484" r:id="rId17"/>
    <p:sldId id="467" r:id="rId18"/>
  </p:sldIdLst>
  <p:sldSz cx="12192000" cy="6858000"/>
  <p:notesSz cx="9144000" cy="6858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6A7E71F-5EFF-2DE4-9ACE-2EB3534E5A66}" name="Takafumi Hitotsumatsu (一ツ松 孝文)" initials="" userId="S::takafumi.hitotsumatsu.j4k@jp.denso.com::95fca4af-c19d-499a-ab80-0300fc831772" providerId="AD"/>
  <p188:author id="{256CE93B-B161-E5F6-1E4A-CA9CF159AE54}" name="Norifumi Kanda (神田 規史)" initials="N規" userId="S::norifumi.kanda.j8t@jp.denso.com::0db5a3f2-057a-41c1-b6e2-555804701f2b" providerId="AD"/>
  <p188:author id="{20A394B6-DC89-6FC8-5E0E-903DD549F27F}" name="Kazuki Furuhashi (古橋 一輝)" initials="KF" userId="S::kazuki.furuhashi.j6a@jp.denso.com::d902ecf9-3ed4-4ab3-9b27-7f10e631edb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B9D7EB"/>
    <a:srgbClr val="FF0030"/>
    <a:srgbClr val="49545C"/>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973452-54FF-4A5E-9B00-483869726016}" v="158" dt="2026-05-11T14:44:26.75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25E5076-3810-47DD-B79F-674D7AD40C01}" styleName="濃色スタイル 1 - アクセント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kumimoji="1" lang="ja-JP" altLang="en-US">
              <a:latin typeface="Yu Gothic UI" panose="020B0500000000000000" pitchFamily="50" charset="-128"/>
              <a:ea typeface="Yu Gothic UI" panose="020B0500000000000000" pitchFamily="50" charset="-128"/>
            </a:endParaRPr>
          </a:p>
        </p:txBody>
      </p:sp>
      <p:sp>
        <p:nvSpPr>
          <p:cNvPr id="3" name="日付プレースホルダー 2"/>
          <p:cNvSpPr>
            <a:spLocks noGrp="1"/>
          </p:cNvSpPr>
          <p:nvPr>
            <p:ph type="dt" sz="quarter" idx="1"/>
          </p:nvPr>
        </p:nvSpPr>
        <p:spPr>
          <a:xfrm>
            <a:off x="5179484" y="1"/>
            <a:ext cx="3962400" cy="344091"/>
          </a:xfrm>
          <a:prstGeom prst="rect">
            <a:avLst/>
          </a:prstGeom>
        </p:spPr>
        <p:txBody>
          <a:bodyPr vert="horz" lIns="91440" tIns="45720" rIns="91440" bIns="45720" rtlCol="0"/>
          <a:lstStyle>
            <a:lvl1pPr algn="r">
              <a:defRPr sz="1200"/>
            </a:lvl1pPr>
          </a:lstStyle>
          <a:p>
            <a:fld id="{93357C62-01BC-43BC-A7DE-82A678879B82}" type="datetimeFigureOut">
              <a:rPr kumimoji="1" lang="ja-JP" altLang="en-US" smtClean="0">
                <a:latin typeface="Yu Gothic UI" panose="020B0500000000000000" pitchFamily="50" charset="-128"/>
                <a:ea typeface="Yu Gothic UI" panose="020B0500000000000000" pitchFamily="50" charset="-128"/>
              </a:rPr>
              <a:t>2026/5/12</a:t>
            </a:fld>
            <a:endParaRPr kumimoji="1" lang="ja-JP" altLang="en-US">
              <a:latin typeface="Yu Gothic UI" panose="020B0500000000000000" pitchFamily="50" charset="-128"/>
              <a:ea typeface="Yu Gothic UI" panose="020B0500000000000000" pitchFamily="50" charset="-128"/>
            </a:endParaRPr>
          </a:p>
        </p:txBody>
      </p:sp>
      <p:sp>
        <p:nvSpPr>
          <p:cNvPr id="4" name="フッター プレースホルダー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kumimoji="1" lang="ja-JP" altLang="en-US">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2426206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atin typeface="Yu Gothic UI" panose="020B0500000000000000" pitchFamily="50" charset="-128"/>
                <a:ea typeface="Yu Gothic UI" panose="020B0500000000000000" pitchFamily="50" charset="-128"/>
              </a:defRPr>
            </a:lvl1pPr>
          </a:lstStyle>
          <a:p>
            <a:endParaRPr lang="ja-JP" altLang="en-US"/>
          </a:p>
        </p:txBody>
      </p:sp>
      <p:sp>
        <p:nvSpPr>
          <p:cNvPr id="3" name="日付プレースホルダー 2"/>
          <p:cNvSpPr>
            <a:spLocks noGrp="1"/>
          </p:cNvSpPr>
          <p:nvPr>
            <p:ph type="dt" idx="1"/>
          </p:nvPr>
        </p:nvSpPr>
        <p:spPr>
          <a:xfrm>
            <a:off x="5179484" y="1"/>
            <a:ext cx="3962400" cy="344091"/>
          </a:xfrm>
          <a:prstGeom prst="rect">
            <a:avLst/>
          </a:prstGeom>
        </p:spPr>
        <p:txBody>
          <a:bodyPr vert="horz" lIns="91440" tIns="45720" rIns="91440" bIns="45720" rtlCol="0"/>
          <a:lstStyle>
            <a:lvl1pPr algn="r">
              <a:defRPr sz="1200">
                <a:latin typeface="Yu Gothic UI" panose="020B0500000000000000" pitchFamily="50" charset="-128"/>
                <a:ea typeface="Yu Gothic UI" panose="020B0500000000000000" pitchFamily="50" charset="-128"/>
              </a:defRPr>
            </a:lvl1pPr>
          </a:lstStyle>
          <a:p>
            <a:fld id="{6FB6BB65-0D3F-4A01-8C7D-E54F3269907F}" type="datetimeFigureOut">
              <a:rPr lang="ja-JP" altLang="en-US" smtClean="0"/>
              <a:pPr/>
              <a:t>2026/5/12</a:t>
            </a:fld>
            <a:endParaRPr lang="ja-JP" altLang="en-US"/>
          </a:p>
        </p:txBody>
      </p:sp>
      <p:sp>
        <p:nvSpPr>
          <p:cNvPr id="4" name="スライド イメージ プレースホルダー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kumimoji="1" lang="en" altLang="en-US"/>
              <a:t>Master Text Formatting</a:t>
            </a:r>
          </a:p>
          <a:p>
            <a:pPr lvl="1"/>
            <a:r>
              <a:rPr kumimoji="1" lang="en" altLang="en-US"/>
              <a:t>Level 2</a:t>
            </a:r>
          </a:p>
          <a:p>
            <a:pPr lvl="2"/>
            <a:r>
              <a:rPr kumimoji="1" lang="en" altLang="en-US"/>
              <a:t>Level 3</a:t>
            </a:r>
          </a:p>
          <a:p>
            <a:pPr lvl="3"/>
            <a:r>
              <a:rPr kumimoji="1" lang="en" altLang="en-US"/>
              <a:t>Level 4</a:t>
            </a:r>
          </a:p>
          <a:p>
            <a:pPr lvl="4"/>
            <a:r>
              <a:rPr kumimoji="1" lang="en" altLang="en-US"/>
              <a:t>5th level</a:t>
            </a:r>
          </a:p>
        </p:txBody>
      </p:sp>
      <p:sp>
        <p:nvSpPr>
          <p:cNvPr id="6" name="フッター プレースホルダー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atin typeface="Yu Gothic UI" panose="020B0500000000000000" pitchFamily="50" charset="-128"/>
                <a:ea typeface="Yu Gothic UI" panose="020B0500000000000000" pitchFamily="50" charset="-128"/>
              </a:defRPr>
            </a:lvl1pPr>
          </a:lstStyle>
          <a:p>
            <a:endParaRPr lang="ja-JP" altLang="en-US"/>
          </a:p>
        </p:txBody>
      </p:sp>
      <p:sp>
        <p:nvSpPr>
          <p:cNvPr id="7" name="スライド番号プレースホルダー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atin typeface="Yu Gothic UI" panose="020B0500000000000000" pitchFamily="50" charset="-128"/>
                <a:ea typeface="Yu Gothic UI" panose="020B0500000000000000" pitchFamily="50" charset="-128"/>
              </a:defRPr>
            </a:lvl1pPr>
          </a:lstStyle>
          <a:p>
            <a:fld id="{E17AF40C-C72E-472F-9864-155490F9B77C}" type="slidenum">
              <a:rPr lang="ja-JP" altLang="en-US" smtClean="0"/>
              <a:pPr/>
              <a:t>‹#›</a:t>
            </a:fld>
            <a:endParaRPr lang="ja-JP" altLang="en-US"/>
          </a:p>
        </p:txBody>
      </p:sp>
    </p:spTree>
    <p:extLst>
      <p:ext uri="{BB962C8B-B14F-4D97-AF65-F5344CB8AC3E}">
        <p14:creationId xmlns:p14="http://schemas.microsoft.com/office/powerpoint/2010/main" val="324625630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Yu Gothic UI" panose="020B0500000000000000" pitchFamily="50" charset="-128"/>
        <a:ea typeface="Yu Gothic UI" panose="020B0500000000000000" pitchFamily="50" charset="-128"/>
        <a:cs typeface="+mn-cs"/>
      </a:defRPr>
    </a:lvl1pPr>
    <a:lvl2pPr marL="457200" algn="l" defTabSz="914400" rtl="0" eaLnBrk="1" latinLnBrk="0" hangingPunct="1">
      <a:defRPr kumimoji="1" sz="1200" kern="1200">
        <a:solidFill>
          <a:schemeClr val="tx1"/>
        </a:solidFill>
        <a:latin typeface="Yu Gothic UI" panose="020B0500000000000000" pitchFamily="50" charset="-128"/>
        <a:ea typeface="Yu Gothic UI" panose="020B0500000000000000" pitchFamily="50" charset="-128"/>
        <a:cs typeface="+mn-cs"/>
      </a:defRPr>
    </a:lvl2pPr>
    <a:lvl3pPr marL="914400" algn="l" defTabSz="914400" rtl="0" eaLnBrk="1" latinLnBrk="0" hangingPunct="1">
      <a:defRPr kumimoji="1" sz="1200" kern="1200">
        <a:solidFill>
          <a:schemeClr val="tx1"/>
        </a:solidFill>
        <a:latin typeface="Yu Gothic UI" panose="020B0500000000000000" pitchFamily="50" charset="-128"/>
        <a:ea typeface="Yu Gothic UI" panose="020B0500000000000000" pitchFamily="50" charset="-128"/>
        <a:cs typeface="+mn-cs"/>
      </a:defRPr>
    </a:lvl3pPr>
    <a:lvl4pPr marL="1371600" algn="l" defTabSz="914400" rtl="0" eaLnBrk="1" latinLnBrk="0" hangingPunct="1">
      <a:defRPr kumimoji="1" sz="1200" kern="1200">
        <a:solidFill>
          <a:schemeClr val="tx1"/>
        </a:solidFill>
        <a:latin typeface="Yu Gothic UI" panose="020B0500000000000000" pitchFamily="50" charset="-128"/>
        <a:ea typeface="Yu Gothic UI" panose="020B0500000000000000" pitchFamily="50" charset="-128"/>
        <a:cs typeface="+mn-cs"/>
      </a:defRPr>
    </a:lvl4pPr>
    <a:lvl5pPr marL="1828800" algn="l" defTabSz="914400" rtl="0" eaLnBrk="1" latinLnBrk="0" hangingPunct="1">
      <a:defRPr kumimoji="1" sz="1200" kern="1200">
        <a:solidFill>
          <a:schemeClr val="tx1"/>
        </a:solidFill>
        <a:latin typeface="Yu Gothic UI" panose="020B0500000000000000" pitchFamily="50" charset="-128"/>
        <a:ea typeface="Yu Gothic UI" panose="020B05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17AF40C-C72E-472F-9864-155490F9B77C}" type="slidenum">
              <a:rPr lang="ja-JP" altLang="en-US" smtClean="0"/>
              <a:pPr/>
              <a:t>4</a:t>
            </a:fld>
            <a:endParaRPr lang="ja-JP" altLang="en-US"/>
          </a:p>
        </p:txBody>
      </p:sp>
    </p:spTree>
    <p:extLst>
      <p:ext uri="{BB962C8B-B14F-4D97-AF65-F5344CB8AC3E}">
        <p14:creationId xmlns:p14="http://schemas.microsoft.com/office/powerpoint/2010/main" val="35035005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13.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表紙：グラフィックあり">
    <p:bg>
      <p:bgPr>
        <a:solidFill>
          <a:schemeClr val="bg1"/>
        </a:solidFill>
        <a:effectLst/>
      </p:bgPr>
    </p:bg>
    <p:spTree>
      <p:nvGrpSpPr>
        <p:cNvPr id="1" name=""/>
        <p:cNvGrpSpPr/>
        <p:nvPr/>
      </p:nvGrpSpPr>
      <p:grpSpPr>
        <a:xfrm>
          <a:off x="0" y="0"/>
          <a:ext cx="0" cy="0"/>
          <a:chOff x="0" y="0"/>
          <a:chExt cx="0" cy="0"/>
        </a:xfrm>
      </p:grpSpPr>
      <p:sp>
        <p:nvSpPr>
          <p:cNvPr id="31" name="テキスト プレースホルダー 7"/>
          <p:cNvSpPr>
            <a:spLocks noGrp="1"/>
          </p:cNvSpPr>
          <p:nvPr>
            <p:ph type="body" sz="quarter" idx="47" hasCustomPrompt="1"/>
          </p:nvPr>
        </p:nvSpPr>
        <p:spPr>
          <a:xfrm>
            <a:off x="9015984" y="4042713"/>
            <a:ext cx="3176017" cy="492578"/>
          </a:xfrm>
          <a:prstGeom prst="rect">
            <a:avLst/>
          </a:prstGeom>
        </p:spPr>
        <p:txBody>
          <a:bodyPr bIns="288000" anchor="b"/>
          <a:lstStyle>
            <a:lvl1pPr algn="ctr">
              <a:lnSpc>
                <a:spcPts val="601"/>
              </a:lnSpc>
              <a:defRPr sz="1100" baseline="0">
                <a:solidFill>
                  <a:schemeClr val="bg1">
                    <a:lumMod val="65000"/>
                  </a:schemeClr>
                </a:solidFill>
                <a:latin typeface="+mn-ea"/>
                <a:ea typeface="+mn-ea"/>
                <a:cs typeface="Segoe UI" panose="020B0502040204020203" pitchFamily="34" charset="0"/>
              </a:defRPr>
            </a:lvl1pPr>
          </a:lstStyle>
          <a:p>
            <a:pPr lvl="0"/>
            <a:r>
              <a:rPr kumimoji="1" lang="en" altLang="en-US"/>
              <a:t>Please use images that are not copyright-free.</a:t>
            </a:r>
            <a:endParaRPr kumimoji="1" lang="en-US" altLang="ja-JP"/>
          </a:p>
        </p:txBody>
      </p:sp>
      <p:sp>
        <p:nvSpPr>
          <p:cNvPr id="32" name="テキスト プレースホルダー 7"/>
          <p:cNvSpPr>
            <a:spLocks noGrp="1"/>
          </p:cNvSpPr>
          <p:nvPr>
            <p:ph type="body" sz="quarter" idx="48" hasCustomPrompt="1"/>
          </p:nvPr>
        </p:nvSpPr>
        <p:spPr>
          <a:xfrm>
            <a:off x="9015984" y="4042713"/>
            <a:ext cx="3176016" cy="492578"/>
          </a:xfrm>
          <a:prstGeom prst="rect">
            <a:avLst/>
          </a:prstGeom>
        </p:spPr>
        <p:txBody>
          <a:bodyPr anchor="b"/>
          <a:lstStyle>
            <a:lvl1pPr algn="ctr">
              <a:lnSpc>
                <a:spcPts val="601"/>
              </a:lnSpc>
              <a:defRPr sz="1100" baseline="0">
                <a:solidFill>
                  <a:schemeClr val="bg1">
                    <a:lumMod val="65000"/>
                  </a:schemeClr>
                </a:solidFill>
                <a:latin typeface="+mn-ea"/>
                <a:ea typeface="+mn-ea"/>
                <a:cs typeface="Segoe UI" panose="020B0502040204020203" pitchFamily="34" charset="0"/>
              </a:defRPr>
            </a:lvl1pPr>
          </a:lstStyle>
          <a:p>
            <a:pPr lvl="0"/>
            <a:r>
              <a:rPr kumimoji="1" lang="en" altLang="ja-JP"/>
              <a:t>We recommend using images downloaded from GML.</a:t>
            </a:r>
            <a:endParaRPr kumimoji="1" lang="en-US" altLang="ja-JP"/>
          </a:p>
        </p:txBody>
      </p:sp>
      <p:sp>
        <p:nvSpPr>
          <p:cNvPr id="34" name="図プレースホルダー 8"/>
          <p:cNvSpPr>
            <a:spLocks noGrp="1"/>
          </p:cNvSpPr>
          <p:nvPr>
            <p:ph type="pic" sz="quarter" idx="32" hasCustomPrompt="1"/>
          </p:nvPr>
        </p:nvSpPr>
        <p:spPr>
          <a:xfrm>
            <a:off x="6700210" y="0"/>
            <a:ext cx="6391275" cy="6858000"/>
          </a:xfrm>
          <a:custGeom>
            <a:avLst/>
            <a:gdLst>
              <a:gd name="connsiteX0" fmla="*/ 0 w 6391275"/>
              <a:gd name="connsiteY0" fmla="*/ 0 h 6858000"/>
              <a:gd name="connsiteX1" fmla="*/ 6391275 w 6391275"/>
              <a:gd name="connsiteY1" fmla="*/ 0 h 6858000"/>
              <a:gd name="connsiteX2" fmla="*/ 6391275 w 6391275"/>
              <a:gd name="connsiteY2" fmla="*/ 6858000 h 6858000"/>
              <a:gd name="connsiteX3" fmla="*/ 0 w 6391275"/>
              <a:gd name="connsiteY3" fmla="*/ 6858000 h 6858000"/>
              <a:gd name="connsiteX4" fmla="*/ 0 w 6391275"/>
              <a:gd name="connsiteY4" fmla="*/ 0 h 6858000"/>
              <a:gd name="connsiteX0" fmla="*/ 2181225 w 6391275"/>
              <a:gd name="connsiteY0" fmla="*/ 0 h 6858000"/>
              <a:gd name="connsiteX1" fmla="*/ 6391275 w 6391275"/>
              <a:gd name="connsiteY1" fmla="*/ 0 h 6858000"/>
              <a:gd name="connsiteX2" fmla="*/ 6391275 w 6391275"/>
              <a:gd name="connsiteY2" fmla="*/ 6858000 h 6858000"/>
              <a:gd name="connsiteX3" fmla="*/ 0 w 6391275"/>
              <a:gd name="connsiteY3" fmla="*/ 6858000 h 6858000"/>
              <a:gd name="connsiteX4" fmla="*/ 2181225 w 639127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1275" h="6858000">
                <a:moveTo>
                  <a:pt x="2181225" y="0"/>
                </a:moveTo>
                <a:lnTo>
                  <a:pt x="6391275" y="0"/>
                </a:lnTo>
                <a:lnTo>
                  <a:pt x="6391275" y="6858000"/>
                </a:lnTo>
                <a:lnTo>
                  <a:pt x="0" y="6858000"/>
                </a:lnTo>
                <a:lnTo>
                  <a:pt x="2181225" y="0"/>
                </a:lnTo>
                <a:close/>
              </a:path>
            </a:pathLst>
          </a:custGeom>
        </p:spPr>
        <p:txBody>
          <a:bodyPr lIns="2340000" tIns="0" rIns="0" bIns="0" anchor="ctr"/>
          <a:lstStyle>
            <a:lvl1pPr algn="ctr">
              <a:defRPr sz="1400" baseline="0">
                <a:latin typeface="Yu Gothic UI Light" panose="020B0300000000000000" pitchFamily="50" charset="-128"/>
                <a:ea typeface="Yu Gothic UI Light" panose="020B0300000000000000" pitchFamily="50" charset="-128"/>
                <a:cs typeface="Segoe UI" panose="020B0502040204020203" pitchFamily="34" charset="0"/>
              </a:defRPr>
            </a:lvl1pPr>
          </a:lstStyle>
          <a:p>
            <a:r>
              <a:rPr kumimoji="1" lang="en" altLang="en-US"/>
              <a:t>←</a:t>
            </a:r>
            <a:r>
              <a:rPr kumimoji="1" lang="en" altLang="ja-JP"/>
              <a:t>Click to add a picture.</a:t>
            </a:r>
          </a:p>
        </p:txBody>
      </p:sp>
      <p:sp>
        <p:nvSpPr>
          <p:cNvPr id="7" name="テキスト プレースホルダー 6"/>
          <p:cNvSpPr>
            <a:spLocks noGrp="1"/>
          </p:cNvSpPr>
          <p:nvPr>
            <p:ph type="body" sz="quarter" idx="44" hasCustomPrompt="1"/>
          </p:nvPr>
        </p:nvSpPr>
        <p:spPr>
          <a:xfrm>
            <a:off x="0" y="0"/>
            <a:ext cx="9902825" cy="6858000"/>
          </a:xfrm>
          <a:prstGeom prst="rect">
            <a:avLst/>
          </a:prstGeom>
          <a:blipFill>
            <a:blip r:embed="rId2"/>
            <a:stretch>
              <a:fillRect/>
            </a:stretch>
          </a:blipFill>
        </p:spPr>
        <p:txBody>
          <a:bodyPr/>
          <a:lstStyle>
            <a:lvl1pPr>
              <a:defRPr>
                <a:cs typeface="Segoe UI" panose="020B0502040204020203" pitchFamily="34" charset="0"/>
              </a:defRPr>
            </a:lvl1pPr>
          </a:lstStyle>
          <a:p>
            <a:pPr lvl="0"/>
            <a:r>
              <a:rPr lang="ja-JP" altLang="en-US"/>
              <a:t> </a:t>
            </a:r>
            <a:endParaRPr lang="en-US"/>
          </a:p>
        </p:txBody>
      </p:sp>
      <p:sp>
        <p:nvSpPr>
          <p:cNvPr id="10" name="テキスト プレースホルダー 7"/>
          <p:cNvSpPr>
            <a:spLocks noGrp="1"/>
          </p:cNvSpPr>
          <p:nvPr>
            <p:ph type="body" sz="quarter" idx="11" hasCustomPrompt="1"/>
          </p:nvPr>
        </p:nvSpPr>
        <p:spPr>
          <a:xfrm>
            <a:off x="543096" y="5248447"/>
            <a:ext cx="3559468" cy="394175"/>
          </a:xfrm>
          <a:prstGeom prst="rect">
            <a:avLst/>
          </a:prstGeom>
        </p:spPr>
        <p:txBody>
          <a:bodyPr anchor="b"/>
          <a:lstStyle>
            <a:lvl1pPr>
              <a:lnSpc>
                <a:spcPct val="100000"/>
              </a:lnSpc>
              <a:defRPr sz="2201" baseline="0">
                <a:solidFill>
                  <a:schemeClr val="tx1"/>
                </a:solidFill>
                <a:latin typeface="+mj-ea"/>
                <a:ea typeface="+mj-ea"/>
                <a:cs typeface="Segoe UI" panose="020B0502040204020203" pitchFamily="34" charset="0"/>
              </a:defRPr>
            </a:lvl1pPr>
          </a:lstStyle>
          <a:p>
            <a:pPr lvl="0"/>
            <a:r>
              <a:rPr kumimoji="1" lang="en" altLang="en-US"/>
              <a:t>Presenter Name</a:t>
            </a:r>
          </a:p>
        </p:txBody>
      </p:sp>
      <p:sp>
        <p:nvSpPr>
          <p:cNvPr id="13" name="図プレースホルダー 12"/>
          <p:cNvSpPr>
            <a:spLocks noGrp="1"/>
          </p:cNvSpPr>
          <p:nvPr>
            <p:ph type="pic" sz="quarter" idx="13" hasCustomPrompt="1"/>
          </p:nvPr>
        </p:nvSpPr>
        <p:spPr>
          <a:xfrm>
            <a:off x="4917538" y="5455388"/>
            <a:ext cx="377668" cy="376226"/>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29" name="図プレースホルダー 12"/>
          <p:cNvSpPr>
            <a:spLocks noGrp="1"/>
          </p:cNvSpPr>
          <p:nvPr>
            <p:ph type="pic" sz="quarter" idx="14" hasCustomPrompt="1"/>
          </p:nvPr>
        </p:nvSpPr>
        <p:spPr>
          <a:xfrm>
            <a:off x="5325024" y="5455388"/>
            <a:ext cx="377668" cy="376226"/>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39" name="図プレースホルダー 12"/>
          <p:cNvSpPr>
            <a:spLocks noGrp="1"/>
          </p:cNvSpPr>
          <p:nvPr>
            <p:ph type="pic" sz="quarter" idx="18" hasCustomPrompt="1"/>
          </p:nvPr>
        </p:nvSpPr>
        <p:spPr>
          <a:xfrm>
            <a:off x="4917538" y="5865677"/>
            <a:ext cx="377668" cy="376226"/>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40" name="図プレースホルダー 12"/>
          <p:cNvSpPr>
            <a:spLocks noGrp="1"/>
          </p:cNvSpPr>
          <p:nvPr>
            <p:ph type="pic" sz="quarter" idx="19" hasCustomPrompt="1"/>
          </p:nvPr>
        </p:nvSpPr>
        <p:spPr>
          <a:xfrm>
            <a:off x="5325024" y="5865677"/>
            <a:ext cx="377668" cy="376226"/>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44" name="図プレースホルダー 12"/>
          <p:cNvSpPr>
            <a:spLocks noGrp="1"/>
          </p:cNvSpPr>
          <p:nvPr>
            <p:ph type="pic" sz="quarter" idx="23" hasCustomPrompt="1"/>
          </p:nvPr>
        </p:nvSpPr>
        <p:spPr>
          <a:xfrm>
            <a:off x="4510051" y="5455388"/>
            <a:ext cx="377668" cy="376226"/>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45" name="図プレースホルダー 12"/>
          <p:cNvSpPr>
            <a:spLocks noGrp="1"/>
          </p:cNvSpPr>
          <p:nvPr>
            <p:ph type="pic" sz="quarter" idx="24" hasCustomPrompt="1"/>
          </p:nvPr>
        </p:nvSpPr>
        <p:spPr>
          <a:xfrm>
            <a:off x="4510051" y="5865677"/>
            <a:ext cx="377668" cy="376226"/>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38" name="図プレースホルダー 12"/>
          <p:cNvSpPr>
            <a:spLocks noGrp="1"/>
          </p:cNvSpPr>
          <p:nvPr>
            <p:ph type="pic" sz="quarter" idx="28" hasCustomPrompt="1"/>
          </p:nvPr>
        </p:nvSpPr>
        <p:spPr>
          <a:xfrm>
            <a:off x="4917538" y="5042896"/>
            <a:ext cx="377668" cy="376226"/>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46" name="図プレースホルダー 12"/>
          <p:cNvSpPr>
            <a:spLocks noGrp="1"/>
          </p:cNvSpPr>
          <p:nvPr>
            <p:ph type="pic" sz="quarter" idx="29" hasCustomPrompt="1"/>
          </p:nvPr>
        </p:nvSpPr>
        <p:spPr>
          <a:xfrm>
            <a:off x="5325024" y="5042896"/>
            <a:ext cx="377668" cy="376226"/>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47" name="図プレースホルダー 12"/>
          <p:cNvSpPr>
            <a:spLocks noGrp="1"/>
          </p:cNvSpPr>
          <p:nvPr>
            <p:ph type="pic" sz="quarter" idx="30" hasCustomPrompt="1"/>
          </p:nvPr>
        </p:nvSpPr>
        <p:spPr>
          <a:xfrm>
            <a:off x="4510051" y="5042896"/>
            <a:ext cx="377668" cy="376226"/>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26" name="図プレースホルダー 12"/>
          <p:cNvSpPr>
            <a:spLocks noGrp="1"/>
          </p:cNvSpPr>
          <p:nvPr>
            <p:ph type="pic" sz="quarter" idx="33" hasCustomPrompt="1"/>
          </p:nvPr>
        </p:nvSpPr>
        <p:spPr>
          <a:xfrm>
            <a:off x="4102564" y="5455388"/>
            <a:ext cx="377668" cy="376226"/>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27" name="図プレースホルダー 12"/>
          <p:cNvSpPr>
            <a:spLocks noGrp="1"/>
          </p:cNvSpPr>
          <p:nvPr>
            <p:ph type="pic" sz="quarter" idx="34" hasCustomPrompt="1"/>
          </p:nvPr>
        </p:nvSpPr>
        <p:spPr>
          <a:xfrm>
            <a:off x="4102564" y="5865677"/>
            <a:ext cx="377668" cy="376226"/>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28" name="図プレースホルダー 12"/>
          <p:cNvSpPr>
            <a:spLocks noGrp="1"/>
          </p:cNvSpPr>
          <p:nvPr>
            <p:ph type="pic" sz="quarter" idx="35" hasCustomPrompt="1"/>
          </p:nvPr>
        </p:nvSpPr>
        <p:spPr>
          <a:xfrm>
            <a:off x="4102564" y="5042896"/>
            <a:ext cx="377668" cy="376226"/>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pic>
        <p:nvPicPr>
          <p:cNvPr id="30" name="図 29"/>
          <p:cNvPicPr>
            <a:picLocks noChangeAspect="1"/>
          </p:cNvPicPr>
          <p:nvPr userDrawn="1"/>
        </p:nvPicPr>
        <p:blipFill>
          <a:blip r:embed="rId3"/>
          <a:stretch>
            <a:fillRect/>
          </a:stretch>
        </p:blipFill>
        <p:spPr>
          <a:xfrm>
            <a:off x="629161" y="616744"/>
            <a:ext cx="2199866" cy="838676"/>
          </a:xfrm>
          <a:prstGeom prst="rect">
            <a:avLst/>
          </a:prstGeom>
        </p:spPr>
      </p:pic>
      <p:sp>
        <p:nvSpPr>
          <p:cNvPr id="14" name="テキスト プレースホルダー 13"/>
          <p:cNvSpPr>
            <a:spLocks noGrp="1"/>
          </p:cNvSpPr>
          <p:nvPr>
            <p:ph type="body" sz="quarter" idx="36" hasCustomPrompt="1"/>
          </p:nvPr>
        </p:nvSpPr>
        <p:spPr>
          <a:xfrm>
            <a:off x="10900343" y="296070"/>
            <a:ext cx="920294" cy="296869"/>
          </a:xfrm>
          <a:prstGeom prst="rect">
            <a:avLst/>
          </a:prstGeom>
          <a:blipFill>
            <a:blip r:embed="rId4"/>
            <a:stretch>
              <a:fillRect/>
            </a:stretch>
          </a:blipFill>
        </p:spPr>
        <p:txBody>
          <a:bodyPr/>
          <a:lstStyle>
            <a:lvl1pPr>
              <a:defRPr baseline="0">
                <a:cs typeface="Segoe UI" panose="020B0502040204020203" pitchFamily="34" charset="0"/>
              </a:defRPr>
            </a:lvl1pPr>
          </a:lstStyle>
          <a:p>
            <a:pPr lvl="0"/>
            <a:r>
              <a:rPr kumimoji="1" lang="en-US" altLang="ja-JP"/>
              <a:t> </a:t>
            </a:r>
            <a:endParaRPr kumimoji="1" lang="ja-JP" altLang="en-US"/>
          </a:p>
        </p:txBody>
      </p:sp>
      <p:sp>
        <p:nvSpPr>
          <p:cNvPr id="15" name="テキスト プレースホルダー 14"/>
          <p:cNvSpPr>
            <a:spLocks noGrp="1"/>
          </p:cNvSpPr>
          <p:nvPr>
            <p:ph type="body" sz="quarter" idx="37" hasCustomPrompt="1"/>
          </p:nvPr>
        </p:nvSpPr>
        <p:spPr>
          <a:xfrm>
            <a:off x="543097" y="4978703"/>
            <a:ext cx="3554618" cy="269742"/>
          </a:xfrm>
          <a:prstGeom prst="rect">
            <a:avLst/>
          </a:prstGeom>
        </p:spPr>
        <p:txBody>
          <a:bodyPr/>
          <a:lstStyle>
            <a:lvl1pPr>
              <a:defRPr lang="ja-JP" altLang="en-US" sz="1600" dirty="0">
                <a:latin typeface="+mn-ea"/>
                <a:ea typeface="+mn-ea"/>
                <a:cs typeface="Segoe UI" panose="020B0502040204020203" pitchFamily="34" charset="0"/>
              </a:defRPr>
            </a:lvl1pPr>
          </a:lstStyle>
          <a:p>
            <a:pPr lvl="0"/>
            <a:r>
              <a:rPr kumimoji="1" lang="en" altLang="ja-JP"/>
              <a:t>October 00, 2020</a:t>
            </a:r>
          </a:p>
        </p:txBody>
      </p:sp>
      <p:sp>
        <p:nvSpPr>
          <p:cNvPr id="25" name="テキスト プレースホルダー 7"/>
          <p:cNvSpPr>
            <a:spLocks noGrp="1"/>
          </p:cNvSpPr>
          <p:nvPr>
            <p:ph type="body" sz="quarter" idx="12" hasCustomPrompt="1"/>
          </p:nvPr>
        </p:nvSpPr>
        <p:spPr>
          <a:xfrm>
            <a:off x="543096" y="5659032"/>
            <a:ext cx="3559468" cy="645332"/>
          </a:xfrm>
          <a:prstGeom prst="rect">
            <a:avLst/>
          </a:prstGeom>
        </p:spPr>
        <p:txBody>
          <a:bodyPr anchor="b"/>
          <a:lstStyle>
            <a:lvl1pPr algn="l">
              <a:lnSpc>
                <a:spcPts val="601"/>
              </a:lnSpc>
              <a:defRPr sz="1200" baseline="0">
                <a:solidFill>
                  <a:schemeClr val="tx1"/>
                </a:solidFill>
                <a:latin typeface="+mn-ea"/>
                <a:ea typeface="+mn-ea"/>
                <a:cs typeface="Segoe UI" panose="020B0502040204020203" pitchFamily="34" charset="0"/>
              </a:defRPr>
            </a:lvl1pPr>
          </a:lstStyle>
          <a:p>
            <a:pPr lvl="0"/>
            <a:r>
              <a:rPr kumimoji="1" lang="en" altLang="en-US"/>
              <a:t>Fill in the department name with up to 3 lines.</a:t>
            </a:r>
            <a:endParaRPr kumimoji="1" lang="en-US" altLang="ja-JP"/>
          </a:p>
        </p:txBody>
      </p:sp>
      <p:sp>
        <p:nvSpPr>
          <p:cNvPr id="23" name="テキスト プレースホルダー 7"/>
          <p:cNvSpPr>
            <a:spLocks noGrp="1"/>
          </p:cNvSpPr>
          <p:nvPr>
            <p:ph type="body" sz="quarter" idx="38" hasCustomPrompt="1"/>
          </p:nvPr>
        </p:nvSpPr>
        <p:spPr>
          <a:xfrm>
            <a:off x="548192" y="1984232"/>
            <a:ext cx="6152018" cy="2306880"/>
          </a:xfrm>
          <a:prstGeom prst="rect">
            <a:avLst/>
          </a:prstGeom>
        </p:spPr>
        <p:txBody>
          <a:bodyPr anchor="ctr"/>
          <a:lstStyle>
            <a:lvl1pPr>
              <a:lnSpc>
                <a:spcPts val="5001"/>
              </a:lnSpc>
              <a:defRPr sz="3600">
                <a:solidFill>
                  <a:schemeClr val="tx1"/>
                </a:solidFill>
                <a:latin typeface="+mj-ea"/>
                <a:ea typeface="+mj-ea"/>
                <a:cs typeface="Segoe UI" panose="020B0502040204020203" pitchFamily="34" charset="0"/>
              </a:defRPr>
            </a:lvl1pPr>
          </a:lstStyle>
          <a:p>
            <a:pPr lvl="0"/>
            <a:r>
              <a:rPr kumimoji="1" lang="en" altLang="en-US"/>
              <a:t>Enter a title with a maximum of 3 lines.</a:t>
            </a:r>
          </a:p>
        </p:txBody>
      </p:sp>
      <p:sp>
        <p:nvSpPr>
          <p:cNvPr id="24" name="テキスト プレースホルダー 7"/>
          <p:cNvSpPr>
            <a:spLocks noGrp="1"/>
          </p:cNvSpPr>
          <p:nvPr>
            <p:ph type="body" sz="quarter" idx="40" hasCustomPrompt="1"/>
          </p:nvPr>
        </p:nvSpPr>
        <p:spPr>
          <a:xfrm>
            <a:off x="2337023" y="6317822"/>
            <a:ext cx="3371038" cy="403701"/>
          </a:xfrm>
          <a:prstGeom prst="rect">
            <a:avLst/>
          </a:prstGeom>
        </p:spPr>
        <p:txBody>
          <a:bodyPr tIns="216000"/>
          <a:lstStyle>
            <a:lvl1pPr algn="r">
              <a:lnSpc>
                <a:spcPct val="100000"/>
              </a:lnSpc>
              <a:defRPr sz="1050" baseline="0">
                <a:solidFill>
                  <a:schemeClr val="bg1">
                    <a:lumMod val="75000"/>
                  </a:schemeClr>
                </a:solidFill>
                <a:latin typeface="+mj-ea"/>
                <a:ea typeface="+mj-ea"/>
                <a:cs typeface="Segoe UI" panose="020B0502040204020203" pitchFamily="34" charset="0"/>
              </a:defRPr>
            </a:lvl1pPr>
          </a:lstStyle>
          <a:p>
            <a:pPr lvl="0"/>
            <a:r>
              <a:rPr kumimoji="1" lang="en" altLang="ja-JP"/>
              <a:t>Please insert the SDGs mark from the bottom right. ↑</a:t>
            </a:r>
          </a:p>
        </p:txBody>
      </p:sp>
      <p:sp>
        <p:nvSpPr>
          <p:cNvPr id="33" name="テキスト プレースホルダー 7"/>
          <p:cNvSpPr>
            <a:spLocks noGrp="1"/>
          </p:cNvSpPr>
          <p:nvPr>
            <p:ph type="body" sz="quarter" idx="41" hasCustomPrompt="1"/>
          </p:nvPr>
        </p:nvSpPr>
        <p:spPr>
          <a:xfrm>
            <a:off x="2337023" y="6317822"/>
            <a:ext cx="3371038" cy="403701"/>
          </a:xfrm>
          <a:prstGeom prst="rect">
            <a:avLst/>
          </a:prstGeom>
        </p:spPr>
        <p:txBody>
          <a:bodyPr/>
          <a:lstStyle>
            <a:lvl1pPr algn="r">
              <a:lnSpc>
                <a:spcPct val="100000"/>
              </a:lnSpc>
              <a:defRPr sz="1050" baseline="0">
                <a:solidFill>
                  <a:schemeClr val="bg1">
                    <a:lumMod val="75000"/>
                  </a:schemeClr>
                </a:solidFill>
                <a:latin typeface="+mj-ea"/>
                <a:ea typeface="+mj-ea"/>
                <a:cs typeface="Segoe UI" panose="020B0502040204020203" pitchFamily="34" charset="0"/>
              </a:defRPr>
            </a:lvl1pPr>
          </a:lstStyle>
          <a:p>
            <a:pPr lvl="0"/>
            <a:r>
              <a:rPr kumimoji="1" lang="en" altLang="en-US"/>
              <a:t>If the image insertion icon is not visible, please enlarge it. ↑</a:t>
            </a:r>
          </a:p>
        </p:txBody>
      </p:sp>
    </p:spTree>
    <p:extLst>
      <p:ext uri="{BB962C8B-B14F-4D97-AF65-F5344CB8AC3E}">
        <p14:creationId xmlns:p14="http://schemas.microsoft.com/office/powerpoint/2010/main" val="2108878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グラフィックなし">
    <p:spTree>
      <p:nvGrpSpPr>
        <p:cNvPr id="1" name=""/>
        <p:cNvGrpSpPr/>
        <p:nvPr/>
      </p:nvGrpSpPr>
      <p:grpSpPr>
        <a:xfrm>
          <a:off x="0" y="0"/>
          <a:ext cx="0" cy="0"/>
          <a:chOff x="0" y="0"/>
          <a:chExt cx="0" cy="0"/>
        </a:xfrm>
      </p:grpSpPr>
      <p:pic>
        <p:nvPicPr>
          <p:cNvPr id="24" name="図 2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図 5"/>
          <p:cNvPicPr>
            <a:picLocks noChangeAspect="1"/>
          </p:cNvPicPr>
          <p:nvPr userDrawn="1"/>
        </p:nvPicPr>
        <p:blipFill>
          <a:blip r:embed="rId3"/>
          <a:stretch>
            <a:fillRect/>
          </a:stretch>
        </p:blipFill>
        <p:spPr>
          <a:xfrm>
            <a:off x="629161" y="616744"/>
            <a:ext cx="2199866" cy="838676"/>
          </a:xfrm>
          <a:prstGeom prst="rect">
            <a:avLst/>
          </a:prstGeom>
        </p:spPr>
      </p:pic>
      <p:sp>
        <p:nvSpPr>
          <p:cNvPr id="13" name="図プレースホルダー 12"/>
          <p:cNvSpPr>
            <a:spLocks noGrp="1"/>
          </p:cNvSpPr>
          <p:nvPr>
            <p:ph type="pic" sz="quarter" idx="13" hasCustomPrompt="1"/>
          </p:nvPr>
        </p:nvSpPr>
        <p:spPr>
          <a:xfrm>
            <a:off x="7061087" y="5401152"/>
            <a:ext cx="401583" cy="400050"/>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29" name="図プレースホルダー 12"/>
          <p:cNvSpPr>
            <a:spLocks noGrp="1"/>
          </p:cNvSpPr>
          <p:nvPr>
            <p:ph type="pic" sz="quarter" idx="14" hasCustomPrompt="1"/>
          </p:nvPr>
        </p:nvSpPr>
        <p:spPr>
          <a:xfrm>
            <a:off x="7504703" y="5401152"/>
            <a:ext cx="401583" cy="400050"/>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39" name="図プレースホルダー 12"/>
          <p:cNvSpPr>
            <a:spLocks noGrp="1"/>
          </p:cNvSpPr>
          <p:nvPr>
            <p:ph type="pic" sz="quarter" idx="18" hasCustomPrompt="1"/>
          </p:nvPr>
        </p:nvSpPr>
        <p:spPr>
          <a:xfrm>
            <a:off x="7061087" y="5842954"/>
            <a:ext cx="401583" cy="400050"/>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40" name="図プレースホルダー 12"/>
          <p:cNvSpPr>
            <a:spLocks noGrp="1"/>
          </p:cNvSpPr>
          <p:nvPr>
            <p:ph type="pic" sz="quarter" idx="19" hasCustomPrompt="1"/>
          </p:nvPr>
        </p:nvSpPr>
        <p:spPr>
          <a:xfrm>
            <a:off x="7504703" y="5842954"/>
            <a:ext cx="401583" cy="400050"/>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44" name="図プレースホルダー 12"/>
          <p:cNvSpPr>
            <a:spLocks noGrp="1"/>
          </p:cNvSpPr>
          <p:nvPr>
            <p:ph type="pic" sz="quarter" idx="23" hasCustomPrompt="1"/>
          </p:nvPr>
        </p:nvSpPr>
        <p:spPr>
          <a:xfrm>
            <a:off x="6617471" y="5401152"/>
            <a:ext cx="401583" cy="400050"/>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45" name="図プレースホルダー 12"/>
          <p:cNvSpPr>
            <a:spLocks noGrp="1"/>
          </p:cNvSpPr>
          <p:nvPr>
            <p:ph type="pic" sz="quarter" idx="24" hasCustomPrompt="1"/>
          </p:nvPr>
        </p:nvSpPr>
        <p:spPr>
          <a:xfrm>
            <a:off x="6617471" y="5842954"/>
            <a:ext cx="401583" cy="400050"/>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26" name="図プレースホルダー 12"/>
          <p:cNvSpPr>
            <a:spLocks noGrp="1"/>
          </p:cNvSpPr>
          <p:nvPr>
            <p:ph type="pic" sz="quarter" idx="33" hasCustomPrompt="1"/>
          </p:nvPr>
        </p:nvSpPr>
        <p:spPr>
          <a:xfrm>
            <a:off x="6173855" y="5401152"/>
            <a:ext cx="401583" cy="400050"/>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27" name="図プレースホルダー 12"/>
          <p:cNvSpPr>
            <a:spLocks noGrp="1"/>
          </p:cNvSpPr>
          <p:nvPr>
            <p:ph type="pic" sz="quarter" idx="34" hasCustomPrompt="1"/>
          </p:nvPr>
        </p:nvSpPr>
        <p:spPr>
          <a:xfrm>
            <a:off x="6173855" y="5842954"/>
            <a:ext cx="401583" cy="400050"/>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23" name="図プレースホルダー 12"/>
          <p:cNvSpPr>
            <a:spLocks noGrp="1"/>
          </p:cNvSpPr>
          <p:nvPr>
            <p:ph type="pic" sz="quarter" idx="36" hasCustomPrompt="1"/>
          </p:nvPr>
        </p:nvSpPr>
        <p:spPr>
          <a:xfrm>
            <a:off x="5730239" y="5401152"/>
            <a:ext cx="401583" cy="400050"/>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30" name="図プレースホルダー 12"/>
          <p:cNvSpPr>
            <a:spLocks noGrp="1"/>
          </p:cNvSpPr>
          <p:nvPr>
            <p:ph type="pic" sz="quarter" idx="37" hasCustomPrompt="1"/>
          </p:nvPr>
        </p:nvSpPr>
        <p:spPr>
          <a:xfrm>
            <a:off x="5730239" y="5842954"/>
            <a:ext cx="401583" cy="400050"/>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31" name="図プレースホルダー 12"/>
          <p:cNvSpPr>
            <a:spLocks noGrp="1"/>
          </p:cNvSpPr>
          <p:nvPr>
            <p:ph type="pic" sz="quarter" idx="38" hasCustomPrompt="1"/>
          </p:nvPr>
        </p:nvSpPr>
        <p:spPr>
          <a:xfrm>
            <a:off x="5286623" y="5401152"/>
            <a:ext cx="401583" cy="400050"/>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32" name="図プレースホルダー 12"/>
          <p:cNvSpPr>
            <a:spLocks noGrp="1"/>
          </p:cNvSpPr>
          <p:nvPr>
            <p:ph type="pic" sz="quarter" idx="39" hasCustomPrompt="1"/>
          </p:nvPr>
        </p:nvSpPr>
        <p:spPr>
          <a:xfrm>
            <a:off x="5286623" y="5842954"/>
            <a:ext cx="401583" cy="400050"/>
          </a:xfrm>
          <a:prstGeom prst="rect">
            <a:avLst/>
          </a:prstGeom>
          <a:noFill/>
        </p:spPr>
        <p:txBody>
          <a:bodyPr anchor="t"/>
          <a:lstStyle>
            <a:lvl1pPr algn="ctr">
              <a:defRPr sz="601" b="1">
                <a:solidFill>
                  <a:schemeClr val="bg1">
                    <a:lumMod val="65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ja-JP"/>
              <a:t>SDGs</a:t>
            </a:r>
            <a:endParaRPr kumimoji="1" lang="ja-JP" altLang="en-US"/>
          </a:p>
        </p:txBody>
      </p:sp>
      <p:sp>
        <p:nvSpPr>
          <p:cNvPr id="83" name="テキスト プレースホルダー 7"/>
          <p:cNvSpPr>
            <a:spLocks noGrp="1"/>
          </p:cNvSpPr>
          <p:nvPr>
            <p:ph type="body" sz="quarter" idx="11" hasCustomPrompt="1"/>
          </p:nvPr>
        </p:nvSpPr>
        <p:spPr>
          <a:xfrm>
            <a:off x="543098" y="5315231"/>
            <a:ext cx="4701281" cy="403701"/>
          </a:xfrm>
          <a:prstGeom prst="rect">
            <a:avLst/>
          </a:prstGeom>
        </p:spPr>
        <p:txBody>
          <a:bodyPr/>
          <a:lstStyle>
            <a:lvl1pPr>
              <a:lnSpc>
                <a:spcPct val="100000"/>
              </a:lnSpc>
              <a:defRPr sz="2400" baseline="0">
                <a:solidFill>
                  <a:schemeClr val="tx1"/>
                </a:solidFill>
                <a:latin typeface="+mj-ea"/>
                <a:ea typeface="+mj-ea"/>
                <a:cs typeface="Segoe UI" panose="020B0502040204020203" pitchFamily="34" charset="0"/>
              </a:defRPr>
            </a:lvl1pPr>
          </a:lstStyle>
          <a:p>
            <a:pPr lvl="0"/>
            <a:r>
              <a:rPr kumimoji="1" lang="en" altLang="en-US"/>
              <a:t>Presenter Name</a:t>
            </a:r>
          </a:p>
        </p:txBody>
      </p:sp>
      <p:sp>
        <p:nvSpPr>
          <p:cNvPr id="84" name="テキスト プレースホルダー 7"/>
          <p:cNvSpPr>
            <a:spLocks noGrp="1"/>
          </p:cNvSpPr>
          <p:nvPr>
            <p:ph type="body" sz="quarter" idx="12" hasCustomPrompt="1"/>
          </p:nvPr>
        </p:nvSpPr>
        <p:spPr>
          <a:xfrm>
            <a:off x="539921" y="5718930"/>
            <a:ext cx="4704669" cy="576752"/>
          </a:xfrm>
          <a:prstGeom prst="rect">
            <a:avLst/>
          </a:prstGeom>
        </p:spPr>
        <p:txBody>
          <a:bodyPr rIns="36000" anchor="b"/>
          <a:lstStyle>
            <a:lvl1pPr algn="l">
              <a:lnSpc>
                <a:spcPts val="900"/>
              </a:lnSpc>
              <a:defRPr sz="1200" baseline="0">
                <a:solidFill>
                  <a:schemeClr val="tx1"/>
                </a:solidFill>
                <a:latin typeface="+mn-ea"/>
                <a:ea typeface="+mn-ea"/>
                <a:cs typeface="Segoe UI" panose="020B0502040204020203" pitchFamily="34" charset="0"/>
              </a:defRPr>
            </a:lvl1pPr>
          </a:lstStyle>
          <a:p>
            <a:pPr lvl="0"/>
            <a:r>
              <a:rPr kumimoji="1" lang="en" altLang="en-US"/>
              <a:t>Fill in the department name with a maximum of 2 lines.</a:t>
            </a:r>
            <a:endParaRPr kumimoji="1" lang="en-US" altLang="ja-JP"/>
          </a:p>
        </p:txBody>
      </p:sp>
      <p:sp>
        <p:nvSpPr>
          <p:cNvPr id="86" name="テキスト プレースホルダー 14"/>
          <p:cNvSpPr>
            <a:spLocks noGrp="1"/>
          </p:cNvSpPr>
          <p:nvPr>
            <p:ph type="body" sz="quarter" idx="40" hasCustomPrompt="1"/>
          </p:nvPr>
        </p:nvSpPr>
        <p:spPr>
          <a:xfrm>
            <a:off x="548189" y="4978703"/>
            <a:ext cx="4695847" cy="349250"/>
          </a:xfrm>
          <a:prstGeom prst="rect">
            <a:avLst/>
          </a:prstGeom>
        </p:spPr>
        <p:txBody>
          <a:bodyPr/>
          <a:lstStyle>
            <a:lvl1pPr>
              <a:defRPr lang="ja-JP" altLang="en-US" sz="1600" dirty="0">
                <a:latin typeface="+mn-ea"/>
                <a:ea typeface="+mn-ea"/>
                <a:cs typeface="Segoe UI" panose="020B0502040204020203" pitchFamily="34" charset="0"/>
              </a:defRPr>
            </a:lvl1pPr>
          </a:lstStyle>
          <a:p>
            <a:pPr lvl="0"/>
            <a:r>
              <a:rPr kumimoji="1" lang="en" altLang="ja-JP"/>
              <a:t>October 00, 2020</a:t>
            </a:r>
            <a:endParaRPr kumimoji="1" lang="en-US" altLang="ja-JP"/>
          </a:p>
        </p:txBody>
      </p:sp>
      <p:pic>
        <p:nvPicPr>
          <p:cNvPr id="25" name="図 24"/>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900343" y="294496"/>
            <a:ext cx="925173" cy="298443"/>
          </a:xfrm>
          <a:prstGeom prst="rect">
            <a:avLst/>
          </a:prstGeom>
        </p:spPr>
      </p:pic>
      <p:sp>
        <p:nvSpPr>
          <p:cNvPr id="22" name="テキスト プレースホルダー 7"/>
          <p:cNvSpPr>
            <a:spLocks noGrp="1"/>
          </p:cNvSpPr>
          <p:nvPr>
            <p:ph type="body" sz="quarter" idx="41" hasCustomPrompt="1"/>
          </p:nvPr>
        </p:nvSpPr>
        <p:spPr>
          <a:xfrm>
            <a:off x="548190" y="1984232"/>
            <a:ext cx="8122844" cy="2306880"/>
          </a:xfrm>
          <a:prstGeom prst="rect">
            <a:avLst/>
          </a:prstGeom>
        </p:spPr>
        <p:txBody>
          <a:bodyPr anchor="ctr"/>
          <a:lstStyle>
            <a:lvl1pPr>
              <a:lnSpc>
                <a:spcPts val="5001"/>
              </a:lnSpc>
              <a:defRPr sz="3600">
                <a:solidFill>
                  <a:schemeClr val="tx1"/>
                </a:solidFill>
                <a:latin typeface="+mj-ea"/>
                <a:ea typeface="+mj-ea"/>
                <a:cs typeface="Segoe UI" panose="020B0502040204020203" pitchFamily="34" charset="0"/>
              </a:defRPr>
            </a:lvl1pPr>
          </a:lstStyle>
          <a:p>
            <a:pPr lvl="0"/>
            <a:r>
              <a:rPr kumimoji="1" lang="en" altLang="en-US"/>
              <a:t>Enter a title with a maximum of 3 lines.</a:t>
            </a:r>
          </a:p>
        </p:txBody>
      </p:sp>
      <p:sp>
        <p:nvSpPr>
          <p:cNvPr id="28" name="テキスト プレースホルダー 7"/>
          <p:cNvSpPr>
            <a:spLocks noGrp="1"/>
          </p:cNvSpPr>
          <p:nvPr>
            <p:ph type="body" sz="quarter" idx="42" hasCustomPrompt="1"/>
          </p:nvPr>
        </p:nvSpPr>
        <p:spPr>
          <a:xfrm>
            <a:off x="4535249" y="6317822"/>
            <a:ext cx="3371038" cy="403701"/>
          </a:xfrm>
          <a:prstGeom prst="rect">
            <a:avLst/>
          </a:prstGeom>
        </p:spPr>
        <p:txBody>
          <a:bodyPr tIns="216000"/>
          <a:lstStyle>
            <a:lvl1pPr algn="r">
              <a:lnSpc>
                <a:spcPct val="100000"/>
              </a:lnSpc>
              <a:defRPr sz="1050" baseline="0">
                <a:solidFill>
                  <a:schemeClr val="bg1">
                    <a:lumMod val="75000"/>
                  </a:schemeClr>
                </a:solidFill>
                <a:latin typeface="+mj-ea"/>
                <a:ea typeface="+mj-ea"/>
                <a:cs typeface="Segoe UI" panose="020B0502040204020203" pitchFamily="34" charset="0"/>
              </a:defRPr>
            </a:lvl1pPr>
          </a:lstStyle>
          <a:p>
            <a:pPr lvl="0"/>
            <a:r>
              <a:rPr kumimoji="1" lang="en" altLang="ja-JP"/>
              <a:t>Please insert the SDGs mark from the bottom right. ↑</a:t>
            </a:r>
          </a:p>
        </p:txBody>
      </p:sp>
      <p:sp>
        <p:nvSpPr>
          <p:cNvPr id="33" name="テキスト プレースホルダー 7"/>
          <p:cNvSpPr>
            <a:spLocks noGrp="1"/>
          </p:cNvSpPr>
          <p:nvPr>
            <p:ph type="body" sz="quarter" idx="43" hasCustomPrompt="1"/>
          </p:nvPr>
        </p:nvSpPr>
        <p:spPr>
          <a:xfrm>
            <a:off x="4535249" y="6317822"/>
            <a:ext cx="3371038" cy="403701"/>
          </a:xfrm>
          <a:prstGeom prst="rect">
            <a:avLst/>
          </a:prstGeom>
        </p:spPr>
        <p:txBody>
          <a:bodyPr/>
          <a:lstStyle>
            <a:lvl1pPr algn="r">
              <a:lnSpc>
                <a:spcPct val="100000"/>
              </a:lnSpc>
              <a:defRPr sz="1050" baseline="0">
                <a:solidFill>
                  <a:schemeClr val="bg1">
                    <a:lumMod val="75000"/>
                  </a:schemeClr>
                </a:solidFill>
                <a:latin typeface="+mj-ea"/>
                <a:ea typeface="+mj-ea"/>
                <a:cs typeface="Segoe UI" panose="020B0502040204020203" pitchFamily="34" charset="0"/>
              </a:defRPr>
            </a:lvl1pPr>
          </a:lstStyle>
          <a:p>
            <a:pPr lvl="0"/>
            <a:r>
              <a:rPr kumimoji="1" lang="en" altLang="en-US"/>
              <a:t>If the image insertion icon is not visible, please enlarge it. ↑</a:t>
            </a:r>
          </a:p>
        </p:txBody>
      </p:sp>
    </p:spTree>
    <p:extLst>
      <p:ext uri="{BB962C8B-B14F-4D97-AF65-F5344CB8AC3E}">
        <p14:creationId xmlns:p14="http://schemas.microsoft.com/office/powerpoint/2010/main" val="1292251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表紙：承認欄入り">
    <p:spTree>
      <p:nvGrpSpPr>
        <p:cNvPr id="1" name=""/>
        <p:cNvGrpSpPr/>
        <p:nvPr/>
      </p:nvGrpSpPr>
      <p:grpSpPr>
        <a:xfrm>
          <a:off x="0" y="0"/>
          <a:ext cx="0" cy="0"/>
          <a:chOff x="0" y="0"/>
          <a:chExt cx="0" cy="0"/>
        </a:xfrm>
      </p:grpSpPr>
      <p:pic>
        <p:nvPicPr>
          <p:cNvPr id="18" name="図 1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図 5"/>
          <p:cNvPicPr>
            <a:picLocks noChangeAspect="1"/>
          </p:cNvPicPr>
          <p:nvPr userDrawn="1"/>
        </p:nvPicPr>
        <p:blipFill>
          <a:blip r:embed="rId3"/>
          <a:stretch>
            <a:fillRect/>
          </a:stretch>
        </p:blipFill>
        <p:spPr>
          <a:xfrm>
            <a:off x="629161" y="616744"/>
            <a:ext cx="2199866" cy="838676"/>
          </a:xfrm>
          <a:prstGeom prst="rect">
            <a:avLst/>
          </a:prstGeom>
        </p:spPr>
      </p:pic>
      <p:pic>
        <p:nvPicPr>
          <p:cNvPr id="25" name="図 24"/>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900343" y="294496"/>
            <a:ext cx="925173" cy="298443"/>
          </a:xfrm>
          <a:prstGeom prst="rect">
            <a:avLst/>
          </a:prstGeom>
        </p:spPr>
      </p:pic>
      <p:sp>
        <p:nvSpPr>
          <p:cNvPr id="22" name="テキスト プレースホルダー 7"/>
          <p:cNvSpPr>
            <a:spLocks noGrp="1"/>
          </p:cNvSpPr>
          <p:nvPr>
            <p:ph type="body" sz="quarter" idx="41" hasCustomPrompt="1"/>
          </p:nvPr>
        </p:nvSpPr>
        <p:spPr>
          <a:xfrm>
            <a:off x="548190" y="1984232"/>
            <a:ext cx="8122844" cy="2306880"/>
          </a:xfrm>
          <a:prstGeom prst="rect">
            <a:avLst/>
          </a:prstGeom>
        </p:spPr>
        <p:txBody>
          <a:bodyPr anchor="ctr"/>
          <a:lstStyle>
            <a:lvl1pPr>
              <a:lnSpc>
                <a:spcPts val="5001"/>
              </a:lnSpc>
              <a:defRPr sz="3600">
                <a:solidFill>
                  <a:schemeClr val="tx1"/>
                </a:solidFill>
                <a:latin typeface="+mj-ea"/>
                <a:ea typeface="+mj-ea"/>
                <a:cs typeface="Segoe UI" panose="020B0502040204020203" pitchFamily="34" charset="0"/>
              </a:defRPr>
            </a:lvl1pPr>
          </a:lstStyle>
          <a:p>
            <a:pPr lvl="0"/>
            <a:r>
              <a:rPr kumimoji="1" lang="en" altLang="en-US"/>
              <a:t>Enter a title with a maximum of 3 lines.</a:t>
            </a:r>
          </a:p>
        </p:txBody>
      </p:sp>
      <p:sp>
        <p:nvSpPr>
          <p:cNvPr id="19" name="テキスト プレースホルダー 7"/>
          <p:cNvSpPr>
            <a:spLocks noGrp="1"/>
          </p:cNvSpPr>
          <p:nvPr>
            <p:ph type="body" sz="quarter" idx="11" hasCustomPrompt="1"/>
          </p:nvPr>
        </p:nvSpPr>
        <p:spPr>
          <a:xfrm>
            <a:off x="543099" y="5315231"/>
            <a:ext cx="4319010" cy="403701"/>
          </a:xfrm>
          <a:prstGeom prst="rect">
            <a:avLst/>
          </a:prstGeom>
        </p:spPr>
        <p:txBody>
          <a:bodyPr/>
          <a:lstStyle>
            <a:lvl1pPr>
              <a:lnSpc>
                <a:spcPct val="100000"/>
              </a:lnSpc>
              <a:defRPr sz="2400" baseline="0">
                <a:solidFill>
                  <a:schemeClr val="tx1"/>
                </a:solidFill>
                <a:latin typeface="+mj-ea"/>
                <a:ea typeface="+mj-ea"/>
                <a:cs typeface="Segoe UI" panose="020B0502040204020203" pitchFamily="34" charset="0"/>
              </a:defRPr>
            </a:lvl1pPr>
          </a:lstStyle>
          <a:p>
            <a:pPr lvl="0"/>
            <a:r>
              <a:rPr kumimoji="1" lang="en" altLang="en-US"/>
              <a:t>Presenter Name</a:t>
            </a:r>
          </a:p>
        </p:txBody>
      </p:sp>
      <p:sp>
        <p:nvSpPr>
          <p:cNvPr id="20" name="テキスト プレースホルダー 7"/>
          <p:cNvSpPr>
            <a:spLocks noGrp="1"/>
          </p:cNvSpPr>
          <p:nvPr>
            <p:ph type="body" sz="quarter" idx="12" hasCustomPrompt="1"/>
          </p:nvPr>
        </p:nvSpPr>
        <p:spPr>
          <a:xfrm>
            <a:off x="539921" y="5718930"/>
            <a:ext cx="4322122" cy="576752"/>
          </a:xfrm>
          <a:prstGeom prst="rect">
            <a:avLst/>
          </a:prstGeom>
        </p:spPr>
        <p:txBody>
          <a:bodyPr rIns="36000" anchor="b"/>
          <a:lstStyle>
            <a:lvl1pPr algn="l">
              <a:lnSpc>
                <a:spcPts val="900"/>
              </a:lnSpc>
              <a:defRPr sz="1200" baseline="0">
                <a:solidFill>
                  <a:schemeClr val="tx1"/>
                </a:solidFill>
                <a:latin typeface="+mn-ea"/>
                <a:ea typeface="+mn-ea"/>
                <a:cs typeface="Segoe UI" panose="020B0502040204020203" pitchFamily="34" charset="0"/>
              </a:defRPr>
            </a:lvl1pPr>
          </a:lstStyle>
          <a:p>
            <a:pPr lvl="0"/>
            <a:r>
              <a:rPr kumimoji="1" lang="en" altLang="en-US"/>
              <a:t>Fill in the department name with a maximum of 2 lines.</a:t>
            </a:r>
            <a:endParaRPr kumimoji="1" lang="en-US" altLang="ja-JP"/>
          </a:p>
        </p:txBody>
      </p:sp>
      <p:sp>
        <p:nvSpPr>
          <p:cNvPr id="21" name="テキスト プレースホルダー 14"/>
          <p:cNvSpPr>
            <a:spLocks noGrp="1"/>
          </p:cNvSpPr>
          <p:nvPr>
            <p:ph type="body" sz="quarter" idx="40" hasCustomPrompt="1"/>
          </p:nvPr>
        </p:nvSpPr>
        <p:spPr>
          <a:xfrm>
            <a:off x="539921" y="4978703"/>
            <a:ext cx="4322121" cy="349250"/>
          </a:xfrm>
          <a:prstGeom prst="rect">
            <a:avLst/>
          </a:prstGeom>
        </p:spPr>
        <p:txBody>
          <a:bodyPr/>
          <a:lstStyle>
            <a:lvl1pPr>
              <a:defRPr lang="ja-JP" altLang="en-US" sz="1600" dirty="0">
                <a:latin typeface="+mn-ea"/>
                <a:ea typeface="+mn-ea"/>
                <a:cs typeface="Segoe UI" panose="020B0502040204020203" pitchFamily="34" charset="0"/>
              </a:defRPr>
            </a:lvl1pPr>
          </a:lstStyle>
          <a:p>
            <a:pPr lvl="0"/>
            <a:r>
              <a:rPr kumimoji="1" lang="en" altLang="ja-JP"/>
              <a:t>October 00, 2020</a:t>
            </a:r>
          </a:p>
        </p:txBody>
      </p:sp>
      <p:grpSp>
        <p:nvGrpSpPr>
          <p:cNvPr id="2" name="グループ化 1"/>
          <p:cNvGrpSpPr/>
          <p:nvPr userDrawn="1"/>
        </p:nvGrpSpPr>
        <p:grpSpPr>
          <a:xfrm>
            <a:off x="4907500" y="5037847"/>
            <a:ext cx="3232344" cy="1193407"/>
            <a:chOff x="4907500" y="5037847"/>
            <a:chExt cx="3232344" cy="1193407"/>
          </a:xfrm>
        </p:grpSpPr>
        <p:sp>
          <p:nvSpPr>
            <p:cNvPr id="24" name="テキスト ボックス 23"/>
            <p:cNvSpPr txBox="1"/>
            <p:nvPr userDrawn="1"/>
          </p:nvSpPr>
          <p:spPr>
            <a:xfrm>
              <a:off x="6032563" y="5089712"/>
              <a:ext cx="1017933" cy="153888"/>
            </a:xfrm>
            <a:prstGeom prst="rect">
              <a:avLst/>
            </a:prstGeom>
            <a:noFill/>
          </p:spPr>
          <p:txBody>
            <a:bodyPr wrap="square" lIns="0" tIns="0" rIns="36000" rtlCol="0">
              <a:spAutoFit/>
            </a:bodyPr>
            <a:lstStyle/>
            <a:p>
              <a:pPr algn="l"/>
              <a:r>
                <a:rPr kumimoji="1" lang="en" altLang="en-US" sz="700">
                  <a:cs typeface="Segoe UI" panose="020B0502040204020203" pitchFamily="34" charset="0"/>
                </a:rPr>
                <a:t>Consideration</a:t>
              </a:r>
            </a:p>
          </p:txBody>
        </p:sp>
        <p:sp>
          <p:nvSpPr>
            <p:cNvPr id="26" name="テキスト ボックス 25"/>
            <p:cNvSpPr txBox="1"/>
            <p:nvPr userDrawn="1"/>
          </p:nvSpPr>
          <p:spPr>
            <a:xfrm>
              <a:off x="4943210" y="5089712"/>
              <a:ext cx="1017933" cy="153888"/>
            </a:xfrm>
            <a:prstGeom prst="rect">
              <a:avLst/>
            </a:prstGeom>
            <a:noFill/>
          </p:spPr>
          <p:txBody>
            <a:bodyPr wrap="square" lIns="0" tIns="0" rIns="36000" rtlCol="0">
              <a:spAutoFit/>
            </a:bodyPr>
            <a:lstStyle/>
            <a:p>
              <a:pPr algn="l"/>
              <a:r>
                <a:rPr kumimoji="1" lang="en" altLang="en-US" sz="700">
                  <a:cs typeface="Segoe UI" panose="020B0502040204020203" pitchFamily="34" charset="0"/>
                </a:rPr>
                <a:t>Acknowledge</a:t>
              </a:r>
            </a:p>
          </p:txBody>
        </p:sp>
        <p:sp>
          <p:nvSpPr>
            <p:cNvPr id="27" name="テキスト ボックス 26"/>
            <p:cNvSpPr txBox="1"/>
            <p:nvPr userDrawn="1"/>
          </p:nvSpPr>
          <p:spPr>
            <a:xfrm>
              <a:off x="7121911" y="5089712"/>
              <a:ext cx="1017933" cy="153888"/>
            </a:xfrm>
            <a:prstGeom prst="rect">
              <a:avLst/>
            </a:prstGeom>
            <a:noFill/>
          </p:spPr>
          <p:txBody>
            <a:bodyPr wrap="square" lIns="0" tIns="0" rIns="36000" rtlCol="0">
              <a:spAutoFit/>
            </a:bodyPr>
            <a:lstStyle/>
            <a:p>
              <a:pPr algn="l"/>
              <a:r>
                <a:rPr kumimoji="1" lang="en" altLang="en-US" sz="700">
                  <a:cs typeface="Segoe UI" panose="020B0502040204020203" pitchFamily="34" charset="0"/>
                </a:rPr>
                <a:t>Creation</a:t>
              </a:r>
            </a:p>
          </p:txBody>
        </p:sp>
        <p:cxnSp>
          <p:nvCxnSpPr>
            <p:cNvPr id="28" name="直線コネクタ 27"/>
            <p:cNvCxnSpPr/>
            <p:nvPr userDrawn="1"/>
          </p:nvCxnSpPr>
          <p:spPr>
            <a:xfrm>
              <a:off x="5955736" y="5078713"/>
              <a:ext cx="0" cy="1111676"/>
            </a:xfrm>
            <a:prstGeom prst="line">
              <a:avLst/>
            </a:prstGeom>
            <a:ln w="31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userDrawn="1"/>
          </p:nvCxnSpPr>
          <p:spPr>
            <a:xfrm>
              <a:off x="4907500" y="5037847"/>
              <a:ext cx="3189634" cy="0"/>
            </a:xfrm>
            <a:prstGeom prst="line">
              <a:avLst/>
            </a:prstGeom>
            <a:ln w="31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userDrawn="1"/>
          </p:nvCxnSpPr>
          <p:spPr>
            <a:xfrm>
              <a:off x="7049430" y="5078713"/>
              <a:ext cx="0" cy="1111676"/>
            </a:xfrm>
            <a:prstGeom prst="line">
              <a:avLst/>
            </a:prstGeom>
            <a:ln w="31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userDrawn="1"/>
          </p:nvCxnSpPr>
          <p:spPr>
            <a:xfrm>
              <a:off x="4907500" y="6231254"/>
              <a:ext cx="3189634" cy="0"/>
            </a:xfrm>
            <a:prstGeom prst="line">
              <a:avLst/>
            </a:prstGeom>
            <a:ln w="3175">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77274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アジェンダ">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5" name="テキスト プレースホルダー 3"/>
          <p:cNvSpPr>
            <a:spLocks noGrp="1"/>
          </p:cNvSpPr>
          <p:nvPr>
            <p:ph type="body" sz="quarter" idx="18" hasCustomPrompt="1"/>
          </p:nvPr>
        </p:nvSpPr>
        <p:spPr>
          <a:xfrm>
            <a:off x="1694924" y="1740611"/>
            <a:ext cx="10497076" cy="4371182"/>
          </a:xfrm>
          <a:prstGeom prst="rect">
            <a:avLst/>
          </a:prstGeom>
        </p:spPr>
        <p:txBody>
          <a:bodyPr rIns="720000" numCol="1" spcCol="504000"/>
          <a:lstStyle>
            <a:lvl1pPr marL="457211" indent="-457211" fontAlgn="b">
              <a:lnSpc>
                <a:spcPct val="114000"/>
              </a:lnSpc>
              <a:buSzPct val="85000"/>
              <a:buFont typeface="+mj-lt"/>
              <a:buAutoNum type="arabicPeriod"/>
              <a:defRPr sz="2500">
                <a:latin typeface="+mn-ea"/>
                <a:ea typeface="+mn-ea"/>
                <a:cs typeface="Segoe UI" panose="020B0502040204020203" pitchFamily="34" charset="0"/>
              </a:defRPr>
            </a:lvl1pPr>
            <a:lvl2pPr marL="800120" indent="-342908" fontAlgn="b">
              <a:lnSpc>
                <a:spcPct val="114000"/>
              </a:lnSpc>
              <a:buSzPct val="85000"/>
              <a:buFont typeface="+mj-lt"/>
              <a:buAutoNum type="arabicPeriod"/>
              <a:defRPr sz="1801">
                <a:latin typeface="+mn-ea"/>
                <a:ea typeface="+mn-ea"/>
                <a:cs typeface="Segoe UI" panose="020B0502040204020203" pitchFamily="34" charset="0"/>
              </a:defRPr>
            </a:lvl2pPr>
            <a:lvl3pPr marL="1257331" indent="-342908" fontAlgn="b">
              <a:lnSpc>
                <a:spcPct val="114000"/>
              </a:lnSpc>
              <a:buSzPct val="85000"/>
              <a:buFont typeface="+mj-lt"/>
              <a:buAutoNum type="arabicPeriod"/>
              <a:defRPr sz="1801">
                <a:latin typeface="+mn-ea"/>
                <a:ea typeface="+mn-ea"/>
                <a:cs typeface="Segoe UI" panose="020B0502040204020203" pitchFamily="34" charset="0"/>
              </a:defRPr>
            </a:lvl3pPr>
            <a:lvl4pPr marL="1714543" indent="-342908" fontAlgn="b">
              <a:lnSpc>
                <a:spcPct val="114000"/>
              </a:lnSpc>
              <a:buSzPct val="85000"/>
              <a:buFont typeface="+mj-lt"/>
              <a:buAutoNum type="arabicPeriod"/>
              <a:defRPr sz="1801">
                <a:latin typeface="+mn-ea"/>
                <a:ea typeface="+mn-ea"/>
                <a:cs typeface="Segoe UI" panose="020B0502040204020203" pitchFamily="34" charset="0"/>
              </a:defRPr>
            </a:lvl4pPr>
            <a:lvl5pPr marL="2171754" indent="-342908" fontAlgn="b">
              <a:lnSpc>
                <a:spcPct val="114000"/>
              </a:lnSpc>
              <a:buSzPct val="85000"/>
              <a:buFont typeface="+mj-lt"/>
              <a:buAutoNum type="arabicPeriod"/>
              <a:defRPr sz="1801">
                <a:latin typeface="+mn-ea"/>
                <a:ea typeface="+mn-ea"/>
                <a:cs typeface="Segoe UI" panose="020B0502040204020203" pitchFamily="34" charset="0"/>
              </a:defRPr>
            </a:lvl5pPr>
          </a:lstStyle>
          <a:p>
            <a:pPr lvl="0"/>
            <a:r>
              <a:rPr kumimoji="1" lang="en" altLang="en-US"/>
              <a:t>Title</a:t>
            </a:r>
            <a:endParaRPr kumimoji="1" lang="en-US" altLang="ja-JP"/>
          </a:p>
          <a:p>
            <a:pPr lvl="1"/>
            <a:r>
              <a:rPr kumimoji="1" lang="en" altLang="en-US"/>
              <a:t>Level 2</a:t>
            </a:r>
          </a:p>
          <a:p>
            <a:pPr lvl="2"/>
            <a:r>
              <a:rPr kumimoji="1" lang="en" altLang="en-US"/>
              <a:t>Level 3</a:t>
            </a:r>
          </a:p>
          <a:p>
            <a:pPr lvl="3"/>
            <a:r>
              <a:rPr kumimoji="1" lang="en" altLang="en-US"/>
              <a:t>Level 4</a:t>
            </a:r>
          </a:p>
          <a:p>
            <a:pPr lvl="4"/>
            <a:r>
              <a:rPr kumimoji="1" lang="en" altLang="en-US"/>
              <a:t>5th level</a:t>
            </a:r>
          </a:p>
        </p:txBody>
      </p:sp>
      <p:sp>
        <p:nvSpPr>
          <p:cNvPr id="6" name="テキスト プレースホルダー 9"/>
          <p:cNvSpPr>
            <a:spLocks noGrp="1"/>
          </p:cNvSpPr>
          <p:nvPr>
            <p:ph type="body" sz="quarter" idx="12" hasCustomPrompt="1"/>
          </p:nvPr>
        </p:nvSpPr>
        <p:spPr>
          <a:xfrm>
            <a:off x="631955" y="465672"/>
            <a:ext cx="10137646" cy="1171094"/>
          </a:xfrm>
          <a:prstGeom prst="rect">
            <a:avLst/>
          </a:prstGeom>
        </p:spPr>
        <p:txBody>
          <a:bodyPr/>
          <a:lstStyle>
            <a:lvl1pPr marL="0" indent="0">
              <a:buNone/>
              <a:defRPr sz="6800">
                <a:solidFill>
                  <a:schemeClr val="bg2"/>
                </a:solidFill>
                <a:latin typeface="Yu Gothic UI Semilight" panose="020B0400000000000000" pitchFamily="50" charset="-128"/>
                <a:ea typeface="Yu Gothic UI Semilight" panose="020B0400000000000000" pitchFamily="50" charset="-128"/>
                <a:cs typeface="Segoe UI" panose="020B0502040204020203" pitchFamily="34" charset="0"/>
              </a:defRPr>
            </a:lvl1pPr>
          </a:lstStyle>
          <a:p>
            <a:pPr lvl="0"/>
            <a:r>
              <a:rPr kumimoji="1" lang="en" altLang="ja-JP"/>
              <a:t>Agenda (please enter)</a:t>
            </a:r>
            <a:endParaRPr kumimoji="1" lang="ja-JP" altLang="en-US"/>
          </a:p>
        </p:txBody>
      </p:sp>
      <p:sp>
        <p:nvSpPr>
          <p:cNvPr id="8" name="テキスト プレースホルダー 5"/>
          <p:cNvSpPr>
            <a:spLocks noGrp="1"/>
          </p:cNvSpPr>
          <p:nvPr>
            <p:ph type="body" sz="quarter" idx="16" hasCustomPrompt="1"/>
          </p:nvPr>
        </p:nvSpPr>
        <p:spPr>
          <a:xfrm>
            <a:off x="2" y="6243639"/>
            <a:ext cx="12191997"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Tree>
    <p:extLst>
      <p:ext uri="{BB962C8B-B14F-4D97-AF65-F5344CB8AC3E}">
        <p14:creationId xmlns:p14="http://schemas.microsoft.com/office/powerpoint/2010/main" val="2019243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扉">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6" name="テキスト プレースホルダー 9"/>
          <p:cNvSpPr>
            <a:spLocks noGrp="1"/>
          </p:cNvSpPr>
          <p:nvPr>
            <p:ph type="body" sz="quarter" idx="12" hasCustomPrompt="1"/>
          </p:nvPr>
        </p:nvSpPr>
        <p:spPr>
          <a:xfrm>
            <a:off x="1000039" y="2557428"/>
            <a:ext cx="10496635" cy="609600"/>
          </a:xfrm>
          <a:prstGeom prst="rect">
            <a:avLst/>
          </a:prstGeom>
        </p:spPr>
        <p:txBody>
          <a:bodyPr/>
          <a:lstStyle>
            <a:lvl1pPr marL="0" indent="0">
              <a:buNone/>
              <a:defRPr sz="4201">
                <a:solidFill>
                  <a:schemeClr val="bg2"/>
                </a:solidFill>
                <a:latin typeface="+mn-ea"/>
                <a:ea typeface="+mn-ea"/>
                <a:cs typeface="Segoe UI" panose="020B0502040204020203" pitchFamily="34" charset="0"/>
              </a:defRPr>
            </a:lvl1pPr>
          </a:lstStyle>
          <a:p>
            <a:pPr lvl="0"/>
            <a:r>
              <a:rPr kumimoji="1" lang="en" altLang="en-US"/>
              <a:t>Enter a title</a:t>
            </a:r>
          </a:p>
        </p:txBody>
      </p:sp>
      <p:sp>
        <p:nvSpPr>
          <p:cNvPr id="7" name="テキスト プレースホルダー 9"/>
          <p:cNvSpPr>
            <a:spLocks noGrp="1"/>
          </p:cNvSpPr>
          <p:nvPr>
            <p:ph type="body" sz="quarter" idx="13" hasCustomPrompt="1"/>
          </p:nvPr>
        </p:nvSpPr>
        <p:spPr>
          <a:xfrm>
            <a:off x="1000040" y="3227437"/>
            <a:ext cx="10496636" cy="609600"/>
          </a:xfrm>
          <a:prstGeom prst="rect">
            <a:avLst/>
          </a:prstGeom>
        </p:spPr>
        <p:txBody>
          <a:bodyPr lIns="108000" rIns="90000"/>
          <a:lstStyle>
            <a:lvl1pPr marL="0" marR="0" indent="0" algn="l" defTabSz="914423" rtl="0" eaLnBrk="1" fontAlgn="auto" latinLnBrk="0" hangingPunct="1">
              <a:lnSpc>
                <a:spcPct val="90000"/>
              </a:lnSpc>
              <a:spcBef>
                <a:spcPts val="1001"/>
              </a:spcBef>
              <a:spcAft>
                <a:spcPts val="0"/>
              </a:spcAft>
              <a:buClrTx/>
              <a:buSzTx/>
              <a:buFont typeface="Arial" panose="020B0604020202020204" pitchFamily="34" charset="0"/>
              <a:buNone/>
              <a:tabLst/>
              <a:defRPr sz="1700">
                <a:solidFill>
                  <a:schemeClr val="bg2"/>
                </a:solidFill>
                <a:latin typeface="+mn-ea"/>
                <a:ea typeface="+mn-ea"/>
                <a:cs typeface="Segoe UI" panose="020B0502040204020203" pitchFamily="34" charset="0"/>
              </a:defRPr>
            </a:lvl1pPr>
          </a:lstStyle>
          <a:p>
            <a:pPr marL="0" marR="0" lvl="0" indent="0" algn="l" defTabSz="914423" rtl="0" eaLnBrk="1" fontAlgn="auto" latinLnBrk="0" hangingPunct="1">
              <a:lnSpc>
                <a:spcPct val="90000"/>
              </a:lnSpc>
              <a:spcBef>
                <a:spcPts val="1001"/>
              </a:spcBef>
              <a:spcAft>
                <a:spcPts val="0"/>
              </a:spcAft>
              <a:buClrTx/>
              <a:buSzTx/>
              <a:buFont typeface="Arial" panose="020B0604020202020204" pitchFamily="34" charset="0"/>
              <a:buNone/>
              <a:tabLst/>
              <a:defRPr/>
            </a:pPr>
            <a:r>
              <a:rPr kumimoji="1" lang="en" altLang="en-US"/>
              <a:t>Subtitle</a:t>
            </a:r>
          </a:p>
        </p:txBody>
      </p:sp>
      <p:sp>
        <p:nvSpPr>
          <p:cNvPr id="8" name="テキスト プレースホルダー 9"/>
          <p:cNvSpPr>
            <a:spLocks noGrp="1"/>
          </p:cNvSpPr>
          <p:nvPr>
            <p:ph type="body" sz="quarter" idx="14" hasCustomPrompt="1"/>
          </p:nvPr>
        </p:nvSpPr>
        <p:spPr>
          <a:xfrm>
            <a:off x="3685033" y="800100"/>
            <a:ext cx="7811642" cy="609600"/>
          </a:xfrm>
          <a:prstGeom prst="rect">
            <a:avLst/>
          </a:prstGeom>
        </p:spPr>
        <p:txBody>
          <a:bodyPr/>
          <a:lstStyle>
            <a:lvl1pPr marL="0" indent="0">
              <a:buNone/>
              <a:defRPr sz="4000">
                <a:solidFill>
                  <a:schemeClr val="bg1">
                    <a:lumMod val="75000"/>
                  </a:schemeClr>
                </a:solidFill>
                <a:latin typeface="+mn-ea"/>
                <a:ea typeface="+mn-ea"/>
                <a:cs typeface="Segoe UI" panose="020B0502040204020203" pitchFamily="34" charset="0"/>
              </a:defRPr>
            </a:lvl1pPr>
          </a:lstStyle>
          <a:p>
            <a:pPr lvl="0"/>
            <a:r>
              <a:rPr kumimoji="1" lang="en" altLang="en-US"/>
              <a:t>Enter only ← numbers in half width.</a:t>
            </a:r>
          </a:p>
        </p:txBody>
      </p:sp>
      <p:sp>
        <p:nvSpPr>
          <p:cNvPr id="14" name="テキスト プレースホルダー 5"/>
          <p:cNvSpPr>
            <a:spLocks noGrp="1"/>
          </p:cNvSpPr>
          <p:nvPr>
            <p:ph type="body" sz="quarter" idx="16" hasCustomPrompt="1"/>
          </p:nvPr>
        </p:nvSpPr>
        <p:spPr>
          <a:xfrm>
            <a:off x="2" y="6243639"/>
            <a:ext cx="12191997" cy="614361"/>
          </a:xfrm>
          <a:prstGeom prst="rect">
            <a:avLst/>
          </a:prstGeom>
          <a:noFill/>
        </p:spPr>
        <p:txBody>
          <a:bodyPr lIns="108000" tIns="324000" rIns="108000" anchor="ctr"/>
          <a:lstStyle>
            <a:lvl1pPr algn="ctr">
              <a:defRPr b="1" spc="300">
                <a:solidFill>
                  <a:schemeClr val="bg2">
                    <a:alpha val="20000"/>
                  </a:schemeClr>
                </a:solidFill>
                <a:latin typeface="Yu Gothic UI" panose="020B0500000000000000" pitchFamily="50" charset="-128"/>
                <a:ea typeface="Yu Gothic UI" panose="020B0500000000000000" pitchFamily="50" charset="-128"/>
                <a:cs typeface="Segoe UI" panose="020B0502040204020203" pitchFamily="34" charset="0"/>
              </a:defRPr>
            </a:lvl1pPr>
          </a:lstStyle>
          <a:p>
            <a:r>
              <a:rPr kumimoji="1" lang="en" altLang="en-US"/>
              <a:t>Do not include text or content in the footer area.</a:t>
            </a:r>
          </a:p>
        </p:txBody>
      </p:sp>
      <p:sp>
        <p:nvSpPr>
          <p:cNvPr id="16" name="テキスト プレースホルダー 5"/>
          <p:cNvSpPr>
            <a:spLocks noGrp="1"/>
          </p:cNvSpPr>
          <p:nvPr>
            <p:ph type="body" sz="quarter" idx="19" hasCustomPrompt="1"/>
          </p:nvPr>
        </p:nvSpPr>
        <p:spPr>
          <a:xfrm>
            <a:off x="485075" y="278226"/>
            <a:ext cx="3199958" cy="1976765"/>
          </a:xfrm>
          <a:prstGeom prst="rect">
            <a:avLst/>
          </a:prstGeom>
        </p:spPr>
        <p:txBody>
          <a:bodyPr/>
          <a:lstStyle>
            <a:lvl1pPr>
              <a:defRPr sz="15501">
                <a:solidFill>
                  <a:schemeClr val="bg2"/>
                </a:solidFill>
                <a:latin typeface="Yu Gothic UI Semilight" panose="020B0400000000000000" pitchFamily="50" charset="-128"/>
                <a:ea typeface="Yu Gothic UI Semilight" panose="020B0400000000000000" pitchFamily="50" charset="-128"/>
                <a:cs typeface="Segoe UI" panose="020B0502040204020203" pitchFamily="34" charset="0"/>
              </a:defRPr>
            </a:lvl1pPr>
          </a:lstStyle>
          <a:p>
            <a:pPr lvl="0"/>
            <a:r>
              <a:rPr kumimoji="1" lang="en" altLang="ja-JP"/>
              <a:t>0</a:t>
            </a:r>
            <a:endParaRPr kumimoji="1" lang="ja-JP" altLang="en-US"/>
          </a:p>
        </p:txBody>
      </p:sp>
    </p:spTree>
    <p:extLst>
      <p:ext uri="{BB962C8B-B14F-4D97-AF65-F5344CB8AC3E}">
        <p14:creationId xmlns:p14="http://schemas.microsoft.com/office/powerpoint/2010/main" val="2171899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標準レイアウト">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5" name="コンテンツ プレースホルダー 24"/>
          <p:cNvSpPr>
            <a:spLocks noGrp="1"/>
          </p:cNvSpPr>
          <p:nvPr>
            <p:ph sz="quarter" idx="17" hasCustomPrompt="1"/>
          </p:nvPr>
        </p:nvSpPr>
        <p:spPr>
          <a:xfrm>
            <a:off x="3" y="708845"/>
            <a:ext cx="12180886" cy="5491929"/>
          </a:xfrm>
          <a:prstGeom prst="rect">
            <a:avLst/>
          </a:prstGeom>
          <a:noFill/>
        </p:spPr>
        <p:txBody>
          <a:bodyPr lIns="720000" tIns="180000" rIns="720000" bIns="0" anchor="t" anchorCtr="0"/>
          <a:lstStyle>
            <a:lvl1pPr marL="0" indent="0" algn="l">
              <a:buFont typeface="Arial" panose="020B0604020202020204" pitchFamily="34" charset="0"/>
              <a:buNone/>
              <a:defRPr sz="1801" b="0">
                <a:solidFill>
                  <a:schemeClr val="tx1"/>
                </a:solidFill>
                <a:latin typeface="+mn-ea"/>
                <a:ea typeface="+mn-ea"/>
                <a:cs typeface="Segoe UI" panose="020B0502040204020203" pitchFamily="34" charset="0"/>
              </a:defRPr>
            </a:lvl1pPr>
            <a:lvl2pPr>
              <a:defRPr sz="1600">
                <a:latin typeface="+mn-ea"/>
                <a:ea typeface="+mn-ea"/>
                <a:cs typeface="Segoe UI" panose="020B0502040204020203" pitchFamily="34" charset="0"/>
              </a:defRPr>
            </a:lvl2pPr>
            <a:lvl3pPr>
              <a:defRPr sz="1401">
                <a:latin typeface="+mn-ea"/>
                <a:ea typeface="+mn-ea"/>
                <a:cs typeface="Segoe UI" panose="020B0502040204020203" pitchFamily="34" charset="0"/>
              </a:defRPr>
            </a:lvl3pPr>
            <a:lvl4pPr>
              <a:defRPr sz="1200">
                <a:latin typeface="+mn-ea"/>
                <a:ea typeface="+mn-ea"/>
                <a:cs typeface="Segoe UI" panose="020B0502040204020203" pitchFamily="34" charset="0"/>
              </a:defRPr>
            </a:lvl4pPr>
          </a:lstStyle>
          <a:p>
            <a:pPr lvl="0"/>
            <a:r>
              <a:rPr kumimoji="1" lang="en" altLang="en-US"/>
              <a:t>Enter the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7" name="テキスト プレースホルダー 5"/>
          <p:cNvSpPr>
            <a:spLocks noGrp="1"/>
          </p:cNvSpPr>
          <p:nvPr>
            <p:ph type="body" sz="quarter" idx="16" hasCustomPrompt="1"/>
          </p:nvPr>
        </p:nvSpPr>
        <p:spPr>
          <a:xfrm>
            <a:off x="2" y="6243639"/>
            <a:ext cx="12191998"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6" name="タイトル 5"/>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624918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フッターなし">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5" name="正方形/長方形 4"/>
          <p:cNvSpPr/>
          <p:nvPr userDrawn="1"/>
        </p:nvSpPr>
        <p:spPr bwMode="white">
          <a:xfrm>
            <a:off x="0" y="6057901"/>
            <a:ext cx="10806252" cy="8001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1">
              <a:cs typeface="Segoe UI" panose="020B0502040204020203" pitchFamily="34" charset="0"/>
            </a:endParaRPr>
          </a:p>
        </p:txBody>
      </p:sp>
      <p:sp>
        <p:nvSpPr>
          <p:cNvPr id="2" name="タイトル 1"/>
          <p:cNvSpPr>
            <a:spLocks noGrp="1"/>
          </p:cNvSpPr>
          <p:nvPr>
            <p:ph type="title"/>
          </p:nvPr>
        </p:nvSpPr>
        <p:spPr/>
        <p:txBody>
          <a:bodyPr/>
          <a:lstStyle/>
          <a:p>
            <a:r>
              <a:rPr lang="en" altLang="en-US"/>
              <a:t>Master Title Formatting</a:t>
            </a:r>
            <a:endParaRPr lang="en-US"/>
          </a:p>
        </p:txBody>
      </p:sp>
      <p:sp>
        <p:nvSpPr>
          <p:cNvPr id="6" name="コンテンツ プレースホルダー 24"/>
          <p:cNvSpPr>
            <a:spLocks noGrp="1"/>
          </p:cNvSpPr>
          <p:nvPr>
            <p:ph sz="quarter" idx="17" hasCustomPrompt="1"/>
          </p:nvPr>
        </p:nvSpPr>
        <p:spPr>
          <a:xfrm>
            <a:off x="2" y="708845"/>
            <a:ext cx="12191997" cy="5491929"/>
          </a:xfrm>
          <a:prstGeom prst="rect">
            <a:avLst/>
          </a:prstGeom>
          <a:noFill/>
        </p:spPr>
        <p:txBody>
          <a:bodyPr lIns="720000" tIns="180000" rIns="720000" bIns="0" anchor="t" anchorCtr="0"/>
          <a:lstStyle>
            <a:lvl1pPr marL="0" indent="0" algn="l">
              <a:buFont typeface="Arial" panose="020B0604020202020204" pitchFamily="34" charset="0"/>
              <a:buNone/>
              <a:defRPr sz="1801" b="0">
                <a:solidFill>
                  <a:schemeClr val="tx1"/>
                </a:solidFill>
                <a:latin typeface="+mn-ea"/>
                <a:ea typeface="+mn-ea"/>
                <a:cs typeface="Segoe UI" panose="020B0502040204020203" pitchFamily="34" charset="0"/>
              </a:defRPr>
            </a:lvl1pPr>
            <a:lvl2pPr>
              <a:defRPr sz="1600">
                <a:latin typeface="+mn-ea"/>
                <a:ea typeface="+mn-ea"/>
                <a:cs typeface="Segoe UI" panose="020B0502040204020203" pitchFamily="34" charset="0"/>
              </a:defRPr>
            </a:lvl2pPr>
            <a:lvl3pPr>
              <a:defRPr sz="1401">
                <a:latin typeface="+mn-ea"/>
                <a:ea typeface="+mn-ea"/>
                <a:cs typeface="Segoe UI" panose="020B0502040204020203" pitchFamily="34" charset="0"/>
              </a:defRPr>
            </a:lvl3pPr>
            <a:lvl4pPr>
              <a:defRPr sz="1200">
                <a:latin typeface="+mn-ea"/>
                <a:ea typeface="+mn-ea"/>
                <a:cs typeface="Segoe UI" panose="020B0502040204020203" pitchFamily="34" charset="0"/>
              </a:defRPr>
            </a:lvl4pPr>
          </a:lstStyle>
          <a:p>
            <a:pPr lvl="0"/>
            <a:r>
              <a:rPr kumimoji="1" lang="en" altLang="en-US"/>
              <a:t>Enter the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Tree>
    <p:extLst>
      <p:ext uri="{BB962C8B-B14F-4D97-AF65-F5344CB8AC3E}">
        <p14:creationId xmlns:p14="http://schemas.microsoft.com/office/powerpoint/2010/main" val="562730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6" name="テキスト プレースホルダー 5"/>
          <p:cNvSpPr>
            <a:spLocks noGrp="1"/>
          </p:cNvSpPr>
          <p:nvPr>
            <p:ph type="body" sz="quarter" idx="16" hasCustomPrompt="1"/>
          </p:nvPr>
        </p:nvSpPr>
        <p:spPr>
          <a:xfrm>
            <a:off x="2" y="6243639"/>
            <a:ext cx="12191997"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5" name="タイトル 4"/>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2688589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標準レイアウト+サマリー">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5" name="コンテンツ プレースホルダー 24"/>
          <p:cNvSpPr>
            <a:spLocks noGrp="1"/>
          </p:cNvSpPr>
          <p:nvPr>
            <p:ph sz="quarter" idx="17" hasCustomPrompt="1"/>
          </p:nvPr>
        </p:nvSpPr>
        <p:spPr>
          <a:xfrm>
            <a:off x="2" y="708845"/>
            <a:ext cx="12191997" cy="5491929"/>
          </a:xfrm>
          <a:prstGeom prst="rect">
            <a:avLst/>
          </a:prstGeom>
          <a:noFill/>
        </p:spPr>
        <p:txBody>
          <a:bodyPr lIns="720000" tIns="180000" rIns="720000" bIns="0" anchor="t" anchorCtr="0"/>
          <a:lstStyle>
            <a:lvl1pPr marL="0" indent="0" algn="l">
              <a:buFont typeface="Arial" panose="020B0604020202020204" pitchFamily="34" charset="0"/>
              <a:buNone/>
              <a:defRPr sz="1801" b="0">
                <a:solidFill>
                  <a:schemeClr val="tx1"/>
                </a:solidFill>
                <a:latin typeface="+mn-ea"/>
                <a:ea typeface="+mn-ea"/>
                <a:cs typeface="Segoe UI" panose="020B0502040204020203" pitchFamily="34" charset="0"/>
              </a:defRPr>
            </a:lvl1pPr>
            <a:lvl2pPr>
              <a:defRPr sz="1600">
                <a:latin typeface="+mn-ea"/>
                <a:ea typeface="+mn-ea"/>
                <a:cs typeface="Segoe UI" panose="020B0502040204020203" pitchFamily="34" charset="0"/>
              </a:defRPr>
            </a:lvl2pPr>
            <a:lvl3pPr>
              <a:defRPr sz="1401">
                <a:latin typeface="+mn-ea"/>
                <a:ea typeface="+mn-ea"/>
                <a:cs typeface="Segoe UI" panose="020B0502040204020203" pitchFamily="34" charset="0"/>
              </a:defRPr>
            </a:lvl3pPr>
            <a:lvl4pPr>
              <a:defRPr sz="1200">
                <a:latin typeface="+mn-ea"/>
                <a:ea typeface="+mn-ea"/>
                <a:cs typeface="Segoe UI" panose="020B0502040204020203" pitchFamily="34" charset="0"/>
              </a:defRPr>
            </a:lvl4pPr>
          </a:lstStyle>
          <a:p>
            <a:pPr lvl="0"/>
            <a:r>
              <a:rPr kumimoji="1" lang="en" altLang="en-US"/>
              <a:t>Enter the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6" name="テキスト プレースホルダー 5"/>
          <p:cNvSpPr>
            <a:spLocks noGrp="1"/>
          </p:cNvSpPr>
          <p:nvPr>
            <p:ph type="body" sz="quarter" idx="18" hasCustomPrompt="1"/>
          </p:nvPr>
        </p:nvSpPr>
        <p:spPr>
          <a:xfrm>
            <a:off x="0" y="5750891"/>
            <a:ext cx="12191999" cy="449884"/>
          </a:xfrm>
          <a:prstGeom prst="rect">
            <a:avLst/>
          </a:prstGeom>
        </p:spPr>
        <p:txBody>
          <a:bodyPr tIns="0" bIns="0" anchor="b"/>
          <a:lstStyle>
            <a:lvl1pPr marL="0" indent="0" algn="ctr">
              <a:buNone/>
              <a:defRPr sz="2800" b="1">
                <a:solidFill>
                  <a:schemeClr val="bg2"/>
                </a:solidFill>
                <a:latin typeface="+mn-ea"/>
                <a:ea typeface="+mn-ea"/>
                <a:cs typeface="Segoe UI" panose="020B0502040204020203" pitchFamily="34" charset="0"/>
              </a:defRPr>
            </a:lvl1pPr>
          </a:lstStyle>
          <a:p>
            <a:pPr lvl="0"/>
            <a:r>
              <a:rPr kumimoji="1" lang="en" altLang="en-US"/>
              <a:t>Enter a summary</a:t>
            </a:r>
            <a:endParaRPr kumimoji="1" lang="en-US" altLang="ja-JP"/>
          </a:p>
        </p:txBody>
      </p:sp>
      <p:sp>
        <p:nvSpPr>
          <p:cNvPr id="8" name="テキスト プレースホルダー 5"/>
          <p:cNvSpPr>
            <a:spLocks noGrp="1"/>
          </p:cNvSpPr>
          <p:nvPr>
            <p:ph type="body" sz="quarter" idx="16" hasCustomPrompt="1"/>
          </p:nvPr>
        </p:nvSpPr>
        <p:spPr>
          <a:xfrm>
            <a:off x="4" y="6243639"/>
            <a:ext cx="12191996"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7" name="タイトル 6"/>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390229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標準レイアウト+サマリー上">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5" name="テキスト プレースホルダー 5"/>
          <p:cNvSpPr>
            <a:spLocks noGrp="1"/>
          </p:cNvSpPr>
          <p:nvPr>
            <p:ph type="body" sz="quarter" idx="18" hasCustomPrompt="1"/>
          </p:nvPr>
        </p:nvSpPr>
        <p:spPr>
          <a:xfrm>
            <a:off x="0" y="729710"/>
            <a:ext cx="12179808" cy="456628"/>
          </a:xfrm>
          <a:prstGeom prst="rect">
            <a:avLst/>
          </a:prstGeom>
        </p:spPr>
        <p:txBody>
          <a:bodyPr tIns="72000" bIns="0" anchor="t"/>
          <a:lstStyle>
            <a:lvl1pPr marL="0" indent="0" algn="ctr">
              <a:buNone/>
              <a:defRPr sz="2800" b="1">
                <a:solidFill>
                  <a:schemeClr val="bg2"/>
                </a:solidFill>
                <a:latin typeface="+mn-ea"/>
                <a:ea typeface="+mn-ea"/>
                <a:cs typeface="Segoe UI" panose="020B0502040204020203" pitchFamily="34" charset="0"/>
              </a:defRPr>
            </a:lvl1pPr>
          </a:lstStyle>
          <a:p>
            <a:pPr lvl="0"/>
            <a:r>
              <a:rPr kumimoji="1" lang="en" altLang="en-US"/>
              <a:t>Enter a summary</a:t>
            </a:r>
            <a:endParaRPr kumimoji="1" lang="en-US" altLang="ja-JP"/>
          </a:p>
        </p:txBody>
      </p:sp>
      <p:sp>
        <p:nvSpPr>
          <p:cNvPr id="7" name="コンテンツ プレースホルダー 24"/>
          <p:cNvSpPr>
            <a:spLocks noGrp="1"/>
          </p:cNvSpPr>
          <p:nvPr>
            <p:ph sz="quarter" idx="19" hasCustomPrompt="1"/>
          </p:nvPr>
        </p:nvSpPr>
        <p:spPr>
          <a:xfrm>
            <a:off x="2" y="1211859"/>
            <a:ext cx="12191998" cy="4988915"/>
          </a:xfrm>
          <a:prstGeom prst="rect">
            <a:avLst/>
          </a:prstGeom>
          <a:noFill/>
        </p:spPr>
        <p:txBody>
          <a:bodyPr lIns="720000" tIns="180000" rIns="720000" bIns="0" anchor="t" anchorCtr="0"/>
          <a:lstStyle>
            <a:lvl1pPr marL="0" indent="0" algn="l">
              <a:buFont typeface="Arial" panose="020B0604020202020204" pitchFamily="34" charset="0"/>
              <a:buNone/>
              <a:defRPr sz="1801" b="0">
                <a:solidFill>
                  <a:schemeClr val="tx1"/>
                </a:solidFill>
                <a:latin typeface="+mn-ea"/>
                <a:ea typeface="+mn-ea"/>
                <a:cs typeface="Segoe UI" panose="020B0502040204020203" pitchFamily="34" charset="0"/>
              </a:defRPr>
            </a:lvl1pPr>
            <a:lvl2pPr>
              <a:defRPr sz="1600">
                <a:latin typeface="+mn-ea"/>
                <a:ea typeface="+mn-ea"/>
                <a:cs typeface="Segoe UI" panose="020B0502040204020203" pitchFamily="34" charset="0"/>
              </a:defRPr>
            </a:lvl2pPr>
            <a:lvl3pPr>
              <a:defRPr sz="1401">
                <a:latin typeface="+mn-ea"/>
                <a:ea typeface="+mn-ea"/>
                <a:cs typeface="Segoe UI" panose="020B0502040204020203" pitchFamily="34" charset="0"/>
              </a:defRPr>
            </a:lvl3pPr>
            <a:lvl4pPr>
              <a:defRPr sz="1200">
                <a:latin typeface="+mn-ea"/>
                <a:ea typeface="+mn-ea"/>
                <a:cs typeface="Segoe UI" panose="020B0502040204020203" pitchFamily="34" charset="0"/>
              </a:defRPr>
            </a:lvl4pPr>
          </a:lstStyle>
          <a:p>
            <a:pPr lvl="0"/>
            <a:r>
              <a:rPr kumimoji="1" lang="en" altLang="en-US"/>
              <a:t>Enter the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8" name="テキスト プレースホルダー 5"/>
          <p:cNvSpPr>
            <a:spLocks noGrp="1"/>
          </p:cNvSpPr>
          <p:nvPr>
            <p:ph type="body" sz="quarter" idx="16" hasCustomPrompt="1"/>
          </p:nvPr>
        </p:nvSpPr>
        <p:spPr>
          <a:xfrm>
            <a:off x="2" y="6243639"/>
            <a:ext cx="12191997"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6" name="タイトル 5"/>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2734896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画像１枚＋サマリー">
    <p:spTree>
      <p:nvGrpSpPr>
        <p:cNvPr id="1" name=""/>
        <p:cNvGrpSpPr/>
        <p:nvPr/>
      </p:nvGrpSpPr>
      <p:grpSpPr>
        <a:xfrm>
          <a:off x="0" y="0"/>
          <a:ext cx="0" cy="0"/>
          <a:chOff x="0" y="0"/>
          <a:chExt cx="0" cy="0"/>
        </a:xfrm>
      </p:grpSpPr>
      <p:sp>
        <p:nvSpPr>
          <p:cNvPr id="10" name="テキスト プレースホルダー 7"/>
          <p:cNvSpPr>
            <a:spLocks noGrp="1"/>
          </p:cNvSpPr>
          <p:nvPr>
            <p:ph type="body" sz="quarter" idx="47" hasCustomPrompt="1"/>
          </p:nvPr>
        </p:nvSpPr>
        <p:spPr>
          <a:xfrm>
            <a:off x="695326" y="1243528"/>
            <a:ext cx="10801349" cy="4957247"/>
          </a:xfrm>
          <a:prstGeom prst="rect">
            <a:avLst/>
          </a:prstGeom>
        </p:spPr>
        <p:txBody>
          <a:bodyPr tIns="3132000" bIns="756000" anchor="t"/>
          <a:lstStyle>
            <a:lvl1pPr algn="ctr">
              <a:lnSpc>
                <a:spcPts val="601"/>
              </a:lnSpc>
              <a:defRPr sz="1100" baseline="0">
                <a:solidFill>
                  <a:schemeClr val="tx1"/>
                </a:solidFill>
                <a:latin typeface="+mn-ea"/>
                <a:ea typeface="+mn-ea"/>
                <a:cs typeface="Segoe UI" panose="020B0502040204020203" pitchFamily="34" charset="0"/>
              </a:defRPr>
            </a:lvl1pPr>
          </a:lstStyle>
          <a:p>
            <a:pPr lvl="0"/>
            <a:r>
              <a:rPr kumimoji="1" lang="en" altLang="en-US"/>
              <a:t>Please use images that are not copyright-free.</a:t>
            </a:r>
            <a:endParaRPr kumimoji="1" lang="en-US" altLang="ja-JP"/>
          </a:p>
        </p:txBody>
      </p:sp>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5" name="図プレースホルダー 6"/>
          <p:cNvSpPr>
            <a:spLocks noGrp="1"/>
          </p:cNvSpPr>
          <p:nvPr>
            <p:ph type="pic" sz="quarter" idx="19" hasCustomPrompt="1"/>
          </p:nvPr>
        </p:nvSpPr>
        <p:spPr bwMode="white">
          <a:xfrm>
            <a:off x="695326" y="1243528"/>
            <a:ext cx="10801350" cy="4957247"/>
          </a:xfrm>
          <a:prstGeom prst="rect">
            <a:avLst/>
          </a:prstGeom>
          <a:solidFill>
            <a:schemeClr val="tx2">
              <a:alpha val="80000"/>
            </a:schemeClr>
          </a:solidFill>
        </p:spPr>
        <p:txBody>
          <a:bodyPr lIns="0" tIns="0" rIns="0" bIns="900000" anchor="ctr"/>
          <a:lstStyle>
            <a:lvl1pPr algn="ctr">
              <a:defRPr sz="2000">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stStyle>
          <a:p>
            <a:r>
              <a:rPr kumimoji="1" lang="en" altLang="ja-JP"/>
              <a:t>Click to add a picture.</a:t>
            </a:r>
            <a:endParaRPr kumimoji="1" lang="ja-JP" altLang="en-US"/>
          </a:p>
        </p:txBody>
      </p:sp>
      <p:sp>
        <p:nvSpPr>
          <p:cNvPr id="6" name="テキスト プレースホルダー 5"/>
          <p:cNvSpPr>
            <a:spLocks noGrp="1"/>
          </p:cNvSpPr>
          <p:nvPr>
            <p:ph type="body" sz="quarter" idx="17" hasCustomPrompt="1"/>
          </p:nvPr>
        </p:nvSpPr>
        <p:spPr>
          <a:xfrm>
            <a:off x="0" y="757261"/>
            <a:ext cx="12192000" cy="445407"/>
          </a:xfrm>
          <a:prstGeom prst="rect">
            <a:avLst/>
          </a:prstGeom>
        </p:spPr>
        <p:txBody>
          <a:bodyPr/>
          <a:lstStyle>
            <a:lvl1pPr marL="0" indent="0" algn="ctr">
              <a:buNone/>
              <a:defRPr b="1">
                <a:solidFill>
                  <a:schemeClr val="bg2"/>
                </a:solidFill>
                <a:latin typeface="+mn-ea"/>
                <a:ea typeface="+mn-ea"/>
                <a:cs typeface="Segoe UI" panose="020B0502040204020203" pitchFamily="34" charset="0"/>
              </a:defRPr>
            </a:lvl1pPr>
          </a:lstStyle>
          <a:p>
            <a:pPr lvl="0"/>
            <a:r>
              <a:rPr kumimoji="1" lang="en" altLang="en-US"/>
              <a:t>Enter a summary</a:t>
            </a:r>
          </a:p>
        </p:txBody>
      </p:sp>
      <p:sp>
        <p:nvSpPr>
          <p:cNvPr id="8" name="テキスト プレースホルダー 5"/>
          <p:cNvSpPr>
            <a:spLocks noGrp="1"/>
          </p:cNvSpPr>
          <p:nvPr>
            <p:ph type="body" sz="quarter" idx="16" hasCustomPrompt="1"/>
          </p:nvPr>
        </p:nvSpPr>
        <p:spPr>
          <a:xfrm>
            <a:off x="2" y="6243639"/>
            <a:ext cx="12191997"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7" name="タイトル 6"/>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7162029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画像2枚＋サマリー">
    <p:spTree>
      <p:nvGrpSpPr>
        <p:cNvPr id="1" name=""/>
        <p:cNvGrpSpPr/>
        <p:nvPr/>
      </p:nvGrpSpPr>
      <p:grpSpPr>
        <a:xfrm>
          <a:off x="0" y="0"/>
          <a:ext cx="0" cy="0"/>
          <a:chOff x="0" y="0"/>
          <a:chExt cx="0" cy="0"/>
        </a:xfrm>
      </p:grpSpPr>
      <p:sp>
        <p:nvSpPr>
          <p:cNvPr id="13" name="テキスト プレースホルダー 7"/>
          <p:cNvSpPr>
            <a:spLocks noGrp="1"/>
          </p:cNvSpPr>
          <p:nvPr>
            <p:ph type="body" sz="quarter" idx="47" hasCustomPrompt="1"/>
          </p:nvPr>
        </p:nvSpPr>
        <p:spPr>
          <a:xfrm>
            <a:off x="695326" y="1243528"/>
            <a:ext cx="5304192" cy="4957247"/>
          </a:xfrm>
          <a:prstGeom prst="rect">
            <a:avLst/>
          </a:prstGeom>
        </p:spPr>
        <p:txBody>
          <a:bodyPr tIns="3132000" bIns="756000" anchor="t"/>
          <a:lstStyle>
            <a:lvl1pPr algn="ctr">
              <a:lnSpc>
                <a:spcPts val="601"/>
              </a:lnSpc>
              <a:defRPr sz="1100" baseline="0">
                <a:solidFill>
                  <a:schemeClr val="tx1"/>
                </a:solidFill>
                <a:latin typeface="+mn-ea"/>
                <a:ea typeface="+mn-ea"/>
                <a:cs typeface="Segoe UI" panose="020B0502040204020203" pitchFamily="34" charset="0"/>
              </a:defRPr>
            </a:lvl1pPr>
          </a:lstStyle>
          <a:p>
            <a:pPr lvl="0"/>
            <a:r>
              <a:rPr kumimoji="1" lang="en" altLang="en-US"/>
              <a:t>Please use images that are not copyright-free.</a:t>
            </a:r>
            <a:endParaRPr kumimoji="1" lang="en-US" altLang="ja-JP"/>
          </a:p>
        </p:txBody>
      </p:sp>
      <p:sp>
        <p:nvSpPr>
          <p:cNvPr id="14" name="テキスト プレースホルダー 7"/>
          <p:cNvSpPr>
            <a:spLocks noGrp="1"/>
          </p:cNvSpPr>
          <p:nvPr>
            <p:ph type="body" sz="quarter" idx="48" hasCustomPrompt="1"/>
          </p:nvPr>
        </p:nvSpPr>
        <p:spPr>
          <a:xfrm>
            <a:off x="6196871" y="1243528"/>
            <a:ext cx="5299803" cy="4957247"/>
          </a:xfrm>
          <a:prstGeom prst="rect">
            <a:avLst/>
          </a:prstGeom>
        </p:spPr>
        <p:txBody>
          <a:bodyPr tIns="3132000" bIns="756000" anchor="t"/>
          <a:lstStyle>
            <a:lvl1pPr algn="ctr">
              <a:lnSpc>
                <a:spcPts val="601"/>
              </a:lnSpc>
              <a:defRPr sz="1100" baseline="0">
                <a:solidFill>
                  <a:schemeClr val="tx1"/>
                </a:solidFill>
                <a:latin typeface="+mn-ea"/>
                <a:ea typeface="+mn-ea"/>
                <a:cs typeface="Segoe UI" panose="020B0502040204020203" pitchFamily="34" charset="0"/>
              </a:defRPr>
            </a:lvl1pPr>
          </a:lstStyle>
          <a:p>
            <a:pPr lvl="0"/>
            <a:r>
              <a:rPr kumimoji="1" lang="en" altLang="en-US"/>
              <a:t>Please use images that are not copyright-free.</a:t>
            </a:r>
            <a:endParaRPr kumimoji="1" lang="en-US" altLang="ja-JP"/>
          </a:p>
        </p:txBody>
      </p:sp>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5" name="テキスト プレースホルダー 5"/>
          <p:cNvSpPr>
            <a:spLocks noGrp="1"/>
          </p:cNvSpPr>
          <p:nvPr>
            <p:ph type="body" sz="quarter" idx="17" hasCustomPrompt="1"/>
          </p:nvPr>
        </p:nvSpPr>
        <p:spPr>
          <a:xfrm>
            <a:off x="0" y="757261"/>
            <a:ext cx="12192000" cy="445407"/>
          </a:xfrm>
          <a:prstGeom prst="rect">
            <a:avLst/>
          </a:prstGeom>
        </p:spPr>
        <p:txBody>
          <a:bodyPr/>
          <a:lstStyle>
            <a:lvl1pPr marL="0" indent="0" algn="ctr">
              <a:buNone/>
              <a:defRPr b="1">
                <a:solidFill>
                  <a:schemeClr val="bg2"/>
                </a:solidFill>
                <a:latin typeface="+mn-ea"/>
                <a:ea typeface="+mn-ea"/>
                <a:cs typeface="Segoe UI" panose="020B0502040204020203" pitchFamily="34" charset="0"/>
              </a:defRPr>
            </a:lvl1pPr>
          </a:lstStyle>
          <a:p>
            <a:pPr lvl="0"/>
            <a:r>
              <a:rPr kumimoji="1" lang="en" altLang="en-US"/>
              <a:t>Enter a summary</a:t>
            </a:r>
          </a:p>
        </p:txBody>
      </p:sp>
      <p:sp>
        <p:nvSpPr>
          <p:cNvPr id="9" name="テキスト プレースホルダー 5"/>
          <p:cNvSpPr>
            <a:spLocks noGrp="1"/>
          </p:cNvSpPr>
          <p:nvPr>
            <p:ph type="body" sz="quarter" idx="16" hasCustomPrompt="1"/>
          </p:nvPr>
        </p:nvSpPr>
        <p:spPr>
          <a:xfrm>
            <a:off x="3" y="6243639"/>
            <a:ext cx="12191997"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8" name="タイトル 7"/>
          <p:cNvSpPr>
            <a:spLocks noGrp="1"/>
          </p:cNvSpPr>
          <p:nvPr>
            <p:ph type="title"/>
          </p:nvPr>
        </p:nvSpPr>
        <p:spPr/>
        <p:txBody>
          <a:bodyPr/>
          <a:lstStyle/>
          <a:p>
            <a:r>
              <a:rPr kumimoji="1" lang="en" altLang="en-US"/>
              <a:t>Master Title Formatting</a:t>
            </a:r>
          </a:p>
        </p:txBody>
      </p:sp>
      <p:sp>
        <p:nvSpPr>
          <p:cNvPr id="6" name="図プレースホルダー 6"/>
          <p:cNvSpPr>
            <a:spLocks noGrp="1"/>
          </p:cNvSpPr>
          <p:nvPr>
            <p:ph type="pic" sz="quarter" idx="19" hasCustomPrompt="1"/>
          </p:nvPr>
        </p:nvSpPr>
        <p:spPr bwMode="white">
          <a:xfrm>
            <a:off x="695325" y="1243528"/>
            <a:ext cx="5304193" cy="4957247"/>
          </a:xfrm>
          <a:prstGeom prst="rect">
            <a:avLst/>
          </a:prstGeom>
          <a:solidFill>
            <a:schemeClr val="tx2">
              <a:alpha val="80000"/>
            </a:schemeClr>
          </a:solidFill>
        </p:spPr>
        <p:txBody>
          <a:bodyPr lIns="0" tIns="0" rIns="0" bIns="900000" anchor="ctr"/>
          <a:lstStyle>
            <a:lvl1pPr algn="ctr">
              <a:defRPr sz="2000">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stStyle>
          <a:p>
            <a:r>
              <a:rPr kumimoji="1" lang="en" altLang="ja-JP"/>
              <a:t>Click to add a picture.</a:t>
            </a:r>
            <a:endParaRPr kumimoji="1" lang="ja-JP" altLang="en-US"/>
          </a:p>
        </p:txBody>
      </p:sp>
      <p:sp>
        <p:nvSpPr>
          <p:cNvPr id="7" name="図プレースホルダー 6"/>
          <p:cNvSpPr>
            <a:spLocks noGrp="1"/>
          </p:cNvSpPr>
          <p:nvPr>
            <p:ph type="pic" sz="quarter" idx="20" hasCustomPrompt="1"/>
          </p:nvPr>
        </p:nvSpPr>
        <p:spPr bwMode="white">
          <a:xfrm>
            <a:off x="6196871" y="1243528"/>
            <a:ext cx="5299804" cy="4957247"/>
          </a:xfrm>
          <a:prstGeom prst="rect">
            <a:avLst/>
          </a:prstGeom>
          <a:solidFill>
            <a:schemeClr val="tx2">
              <a:alpha val="80000"/>
            </a:schemeClr>
          </a:solidFill>
        </p:spPr>
        <p:txBody>
          <a:bodyPr lIns="0" tIns="0" rIns="0" bIns="900000" anchor="ctr"/>
          <a:lstStyle>
            <a:lvl1pPr algn="ctr">
              <a:defRPr sz="2000">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stStyle>
          <a:p>
            <a:r>
              <a:rPr kumimoji="1" lang="en" altLang="ja-JP"/>
              <a:t>Click to add a picture.</a:t>
            </a:r>
            <a:endParaRPr kumimoji="1" lang="ja-JP" altLang="en-US"/>
          </a:p>
        </p:txBody>
      </p:sp>
    </p:spTree>
    <p:extLst>
      <p:ext uri="{BB962C8B-B14F-4D97-AF65-F5344CB8AC3E}">
        <p14:creationId xmlns:p14="http://schemas.microsoft.com/office/powerpoint/2010/main" val="40515180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画像３枚＋サマリー">
    <p:spTree>
      <p:nvGrpSpPr>
        <p:cNvPr id="1" name=""/>
        <p:cNvGrpSpPr/>
        <p:nvPr/>
      </p:nvGrpSpPr>
      <p:grpSpPr>
        <a:xfrm>
          <a:off x="0" y="0"/>
          <a:ext cx="0" cy="0"/>
          <a:chOff x="0" y="0"/>
          <a:chExt cx="0" cy="0"/>
        </a:xfrm>
      </p:grpSpPr>
      <p:sp>
        <p:nvSpPr>
          <p:cNvPr id="13" name="テキスト プレースホルダー 7"/>
          <p:cNvSpPr>
            <a:spLocks noGrp="1"/>
          </p:cNvSpPr>
          <p:nvPr>
            <p:ph type="body" sz="quarter" idx="47" hasCustomPrompt="1"/>
          </p:nvPr>
        </p:nvSpPr>
        <p:spPr>
          <a:xfrm>
            <a:off x="695326" y="1243528"/>
            <a:ext cx="3519754" cy="4957247"/>
          </a:xfrm>
          <a:prstGeom prst="rect">
            <a:avLst/>
          </a:prstGeom>
        </p:spPr>
        <p:txBody>
          <a:bodyPr tIns="3132000" bIns="756000" anchor="t"/>
          <a:lstStyle>
            <a:lvl1pPr algn="ctr">
              <a:lnSpc>
                <a:spcPts val="601"/>
              </a:lnSpc>
              <a:defRPr sz="1100" baseline="0">
                <a:solidFill>
                  <a:schemeClr val="tx1"/>
                </a:solidFill>
                <a:latin typeface="+mn-ea"/>
                <a:ea typeface="+mn-ea"/>
                <a:cs typeface="Segoe UI" panose="020B0502040204020203" pitchFamily="34" charset="0"/>
              </a:defRPr>
            </a:lvl1pPr>
          </a:lstStyle>
          <a:p>
            <a:pPr lvl="0"/>
            <a:r>
              <a:rPr kumimoji="1" lang="en" altLang="en-US"/>
              <a:t>Please use images that are not copyright-free.</a:t>
            </a:r>
            <a:endParaRPr kumimoji="1" lang="en-US" altLang="ja-JP"/>
          </a:p>
        </p:txBody>
      </p:sp>
      <p:sp>
        <p:nvSpPr>
          <p:cNvPr id="14" name="テキスト プレースホルダー 7"/>
          <p:cNvSpPr>
            <a:spLocks noGrp="1"/>
          </p:cNvSpPr>
          <p:nvPr>
            <p:ph type="body" sz="quarter" idx="48" hasCustomPrompt="1"/>
          </p:nvPr>
        </p:nvSpPr>
        <p:spPr>
          <a:xfrm>
            <a:off x="4354839" y="1243528"/>
            <a:ext cx="3491454" cy="4957247"/>
          </a:xfrm>
          <a:prstGeom prst="rect">
            <a:avLst/>
          </a:prstGeom>
        </p:spPr>
        <p:txBody>
          <a:bodyPr tIns="3132000" bIns="756000" anchor="t"/>
          <a:lstStyle>
            <a:lvl1pPr algn="ctr">
              <a:lnSpc>
                <a:spcPts val="601"/>
              </a:lnSpc>
              <a:defRPr sz="1100" baseline="0">
                <a:solidFill>
                  <a:schemeClr val="tx1"/>
                </a:solidFill>
                <a:latin typeface="+mn-ea"/>
                <a:ea typeface="+mn-ea"/>
                <a:cs typeface="Segoe UI" panose="020B0502040204020203" pitchFamily="34" charset="0"/>
              </a:defRPr>
            </a:lvl1pPr>
          </a:lstStyle>
          <a:p>
            <a:pPr lvl="0"/>
            <a:r>
              <a:rPr kumimoji="1" lang="en" altLang="en-US"/>
              <a:t>Please use images that are not copyright-free.</a:t>
            </a:r>
            <a:endParaRPr kumimoji="1" lang="en-US" altLang="ja-JP"/>
          </a:p>
        </p:txBody>
      </p:sp>
      <p:sp>
        <p:nvSpPr>
          <p:cNvPr id="15" name="テキスト プレースホルダー 7"/>
          <p:cNvSpPr>
            <a:spLocks noGrp="1"/>
          </p:cNvSpPr>
          <p:nvPr>
            <p:ph type="body" sz="quarter" idx="49" hasCustomPrompt="1"/>
          </p:nvPr>
        </p:nvSpPr>
        <p:spPr>
          <a:xfrm>
            <a:off x="7991071" y="1243528"/>
            <a:ext cx="3505604" cy="4957247"/>
          </a:xfrm>
          <a:prstGeom prst="rect">
            <a:avLst/>
          </a:prstGeom>
        </p:spPr>
        <p:txBody>
          <a:bodyPr tIns="3132000" bIns="756000" anchor="t"/>
          <a:lstStyle>
            <a:lvl1pPr algn="ctr">
              <a:lnSpc>
                <a:spcPts val="601"/>
              </a:lnSpc>
              <a:defRPr sz="1100" baseline="0">
                <a:solidFill>
                  <a:schemeClr val="tx1"/>
                </a:solidFill>
                <a:latin typeface="+mn-ea"/>
                <a:ea typeface="+mn-ea"/>
                <a:cs typeface="Segoe UI" panose="020B0502040204020203" pitchFamily="34" charset="0"/>
              </a:defRPr>
            </a:lvl1pPr>
          </a:lstStyle>
          <a:p>
            <a:pPr lvl="0"/>
            <a:r>
              <a:rPr kumimoji="1" lang="en" altLang="en-US"/>
              <a:t>Please use images that are not copyright-free.</a:t>
            </a:r>
            <a:endParaRPr kumimoji="1" lang="en-US" altLang="ja-JP"/>
          </a:p>
        </p:txBody>
      </p:sp>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5" name="テキスト プレースホルダー 5"/>
          <p:cNvSpPr>
            <a:spLocks noGrp="1"/>
          </p:cNvSpPr>
          <p:nvPr>
            <p:ph type="body" sz="quarter" idx="17" hasCustomPrompt="1"/>
          </p:nvPr>
        </p:nvSpPr>
        <p:spPr>
          <a:xfrm>
            <a:off x="0" y="757261"/>
            <a:ext cx="12192000" cy="445407"/>
          </a:xfrm>
          <a:prstGeom prst="rect">
            <a:avLst/>
          </a:prstGeom>
        </p:spPr>
        <p:txBody>
          <a:bodyPr/>
          <a:lstStyle>
            <a:lvl1pPr marL="0" indent="0" algn="ctr">
              <a:buNone/>
              <a:defRPr b="1">
                <a:solidFill>
                  <a:schemeClr val="bg2"/>
                </a:solidFill>
                <a:latin typeface="+mn-ea"/>
                <a:ea typeface="+mn-ea"/>
                <a:cs typeface="Segoe UI" panose="020B0502040204020203" pitchFamily="34" charset="0"/>
              </a:defRPr>
            </a:lvl1pPr>
          </a:lstStyle>
          <a:p>
            <a:pPr lvl="0"/>
            <a:r>
              <a:rPr kumimoji="1" lang="en" altLang="en-US"/>
              <a:t>Enter a summary</a:t>
            </a:r>
          </a:p>
        </p:txBody>
      </p:sp>
      <p:sp>
        <p:nvSpPr>
          <p:cNvPr id="6" name="図プレースホルダー 6"/>
          <p:cNvSpPr>
            <a:spLocks noGrp="1"/>
          </p:cNvSpPr>
          <p:nvPr>
            <p:ph type="pic" sz="quarter" idx="19" hasCustomPrompt="1"/>
          </p:nvPr>
        </p:nvSpPr>
        <p:spPr bwMode="white">
          <a:xfrm>
            <a:off x="695325" y="1243528"/>
            <a:ext cx="3519755" cy="4957247"/>
          </a:xfrm>
          <a:prstGeom prst="rect">
            <a:avLst/>
          </a:prstGeom>
          <a:solidFill>
            <a:schemeClr val="tx2">
              <a:alpha val="80000"/>
            </a:schemeClr>
          </a:solidFill>
        </p:spPr>
        <p:txBody>
          <a:bodyPr lIns="0" tIns="0" rIns="0" bIns="900000" anchor="ctr"/>
          <a:lstStyle>
            <a:lvl1pPr algn="ctr">
              <a:defRPr sz="2000">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stStyle>
          <a:p>
            <a:r>
              <a:rPr kumimoji="1" lang="en" altLang="ja-JP"/>
              <a:t>Click to add a picture.</a:t>
            </a:r>
            <a:endParaRPr kumimoji="1" lang="ja-JP" altLang="en-US"/>
          </a:p>
        </p:txBody>
      </p:sp>
      <p:sp>
        <p:nvSpPr>
          <p:cNvPr id="7" name="図プレースホルダー 6"/>
          <p:cNvSpPr>
            <a:spLocks noGrp="1"/>
          </p:cNvSpPr>
          <p:nvPr>
            <p:ph type="pic" sz="quarter" idx="20" hasCustomPrompt="1"/>
          </p:nvPr>
        </p:nvSpPr>
        <p:spPr bwMode="white">
          <a:xfrm>
            <a:off x="4354839" y="1243528"/>
            <a:ext cx="3491454" cy="4957247"/>
          </a:xfrm>
          <a:prstGeom prst="rect">
            <a:avLst/>
          </a:prstGeom>
          <a:solidFill>
            <a:schemeClr val="tx2">
              <a:alpha val="80000"/>
            </a:schemeClr>
          </a:solidFill>
        </p:spPr>
        <p:txBody>
          <a:bodyPr lIns="0" tIns="0" rIns="0" bIns="900000" anchor="ctr"/>
          <a:lstStyle>
            <a:lvl1pPr algn="ctr">
              <a:defRPr sz="2000">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stStyle>
          <a:p>
            <a:r>
              <a:rPr kumimoji="1" lang="en" altLang="ja-JP"/>
              <a:t>Click to add a picture.</a:t>
            </a:r>
            <a:endParaRPr kumimoji="1" lang="ja-JP" altLang="en-US"/>
          </a:p>
        </p:txBody>
      </p:sp>
      <p:sp>
        <p:nvSpPr>
          <p:cNvPr id="8" name="図プレースホルダー 6"/>
          <p:cNvSpPr>
            <a:spLocks noGrp="1"/>
          </p:cNvSpPr>
          <p:nvPr>
            <p:ph type="pic" sz="quarter" idx="21" hasCustomPrompt="1"/>
          </p:nvPr>
        </p:nvSpPr>
        <p:spPr bwMode="white">
          <a:xfrm>
            <a:off x="7986051" y="1243528"/>
            <a:ext cx="3510624" cy="4957247"/>
          </a:xfrm>
          <a:prstGeom prst="rect">
            <a:avLst/>
          </a:prstGeom>
          <a:solidFill>
            <a:schemeClr val="tx2">
              <a:alpha val="80000"/>
            </a:schemeClr>
          </a:solidFill>
        </p:spPr>
        <p:txBody>
          <a:bodyPr lIns="0" tIns="0" rIns="0" bIns="900000" anchor="ctr"/>
          <a:lstStyle>
            <a:lvl1pPr algn="ctr">
              <a:defRPr sz="2000">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stStyle>
          <a:p>
            <a:r>
              <a:rPr kumimoji="1" lang="en" altLang="ja-JP"/>
              <a:t>Click to add a picture.</a:t>
            </a:r>
            <a:endParaRPr kumimoji="1" lang="ja-JP" altLang="en-US"/>
          </a:p>
        </p:txBody>
      </p:sp>
      <p:sp>
        <p:nvSpPr>
          <p:cNvPr id="10" name="テキスト プレースホルダー 5"/>
          <p:cNvSpPr>
            <a:spLocks noGrp="1"/>
          </p:cNvSpPr>
          <p:nvPr>
            <p:ph type="body" sz="quarter" idx="16" hasCustomPrompt="1"/>
          </p:nvPr>
        </p:nvSpPr>
        <p:spPr>
          <a:xfrm>
            <a:off x="3" y="6243639"/>
            <a:ext cx="12180886"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9" name="タイトル 8"/>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34111482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容ページ①">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5" name="テキスト プレースホルダー 8"/>
          <p:cNvSpPr>
            <a:spLocks noGrp="1"/>
          </p:cNvSpPr>
          <p:nvPr>
            <p:ph type="body" sz="quarter" idx="30" hasCustomPrompt="1"/>
          </p:nvPr>
        </p:nvSpPr>
        <p:spPr>
          <a:xfrm>
            <a:off x="4335461" y="3928352"/>
            <a:ext cx="7845425" cy="2063125"/>
          </a:xfrm>
          <a:prstGeom prst="rect">
            <a:avLst/>
          </a:prstGeom>
        </p:spPr>
        <p:txBody>
          <a:bodyPr lIns="0" tIns="0" rIns="720000" bIns="0"/>
          <a:lstStyle>
            <a:lvl1pPr marL="0" indent="0" algn="just">
              <a:lnSpc>
                <a:spcPct val="100000"/>
              </a:lnSpc>
              <a:spcBef>
                <a:spcPts val="0"/>
              </a:spcBef>
              <a:buFont typeface="Arial" panose="020B0604020202020204" pitchFamily="34" charset="0"/>
              <a:buNone/>
              <a:defRPr sz="1801">
                <a:latin typeface="+mn-ea"/>
                <a:ea typeface="+mn-ea"/>
                <a:cs typeface="Segoe UI" panose="020B0502040204020203" pitchFamily="34" charset="0"/>
              </a:defRPr>
            </a:lvl1pPr>
            <a:lvl2pPr marL="800120" indent="-342908">
              <a:lnSpc>
                <a:spcPct val="100000"/>
              </a:lnSpc>
              <a:buFont typeface="Arial" panose="020B0604020202020204" pitchFamily="34" charset="0"/>
              <a:buChar char="•"/>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200">
                <a:latin typeface="+mn-ea"/>
                <a:ea typeface="+mn-ea"/>
                <a:cs typeface="Segoe UI" panose="020B0502040204020203" pitchFamily="34" charset="0"/>
              </a:defRPr>
            </a:lvl4pPr>
            <a:lvl5pPr marL="1828846" indent="0">
              <a:buNone/>
              <a:defRPr/>
            </a:lvl5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6" name="コンテンツ プレースホルダー 14"/>
          <p:cNvSpPr>
            <a:spLocks noGrp="1"/>
          </p:cNvSpPr>
          <p:nvPr>
            <p:ph sz="quarter" idx="24" hasCustomPrompt="1"/>
          </p:nvPr>
        </p:nvSpPr>
        <p:spPr>
          <a:xfrm>
            <a:off x="695326" y="934030"/>
            <a:ext cx="3435349" cy="2435471"/>
          </a:xfrm>
          <a:prstGeom prst="rect">
            <a:avLst/>
          </a:prstGeom>
        </p:spPr>
        <p:txBody>
          <a:bodyPr lIns="0" tIns="0" rIns="0" bIns="180000" anchor="ctr"/>
          <a:lstStyle>
            <a:lvl1pPr algn="ctr">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7" name="コンテンツ プレースホルダー 14"/>
          <p:cNvSpPr>
            <a:spLocks noGrp="1"/>
          </p:cNvSpPr>
          <p:nvPr>
            <p:ph sz="quarter" idx="25" hasCustomPrompt="1"/>
          </p:nvPr>
        </p:nvSpPr>
        <p:spPr>
          <a:xfrm>
            <a:off x="695326" y="3556007"/>
            <a:ext cx="3435349" cy="2435471"/>
          </a:xfrm>
          <a:prstGeom prst="rect">
            <a:avLst/>
          </a:prstGeom>
        </p:spPr>
        <p:txBody>
          <a:bodyPr lIns="0" tIns="0" rIns="0" bIns="180000" anchor="ctr"/>
          <a:lstStyle>
            <a:lvl1pPr algn="ctr">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8" name="テキスト プレースホルダー 11"/>
          <p:cNvSpPr>
            <a:spLocks noGrp="1"/>
          </p:cNvSpPr>
          <p:nvPr>
            <p:ph type="body" sz="quarter" idx="26" hasCustomPrompt="1"/>
          </p:nvPr>
        </p:nvSpPr>
        <p:spPr>
          <a:xfrm>
            <a:off x="4335462" y="933760"/>
            <a:ext cx="7856537" cy="292095"/>
          </a:xfrm>
          <a:prstGeom prst="rect">
            <a:avLst/>
          </a:prstGeom>
        </p:spPr>
        <p:txBody>
          <a:bodyPr lIns="0" tIns="0" rIns="720000" bIns="0"/>
          <a:lstStyle>
            <a:lvl1pPr>
              <a:defRPr sz="2201" b="0">
                <a:latin typeface="+mj-ea"/>
                <a:ea typeface="+mj-ea"/>
                <a:cs typeface="Segoe UI" panose="020B0502040204020203" pitchFamily="34" charset="0"/>
              </a:defRPr>
            </a:lvl1pPr>
          </a:lstStyle>
          <a:p>
            <a:pPr lvl="0"/>
            <a:r>
              <a:rPr kumimoji="1" lang="en" altLang="en-US"/>
              <a:t>Title</a:t>
            </a:r>
          </a:p>
        </p:txBody>
      </p:sp>
      <p:sp>
        <p:nvSpPr>
          <p:cNvPr id="9" name="テキスト プレースホルダー 11"/>
          <p:cNvSpPr>
            <a:spLocks noGrp="1"/>
          </p:cNvSpPr>
          <p:nvPr>
            <p:ph type="body" sz="quarter" idx="27" hasCustomPrompt="1"/>
          </p:nvPr>
        </p:nvSpPr>
        <p:spPr>
          <a:xfrm>
            <a:off x="4335462" y="3556007"/>
            <a:ext cx="7856537" cy="292095"/>
          </a:xfrm>
          <a:prstGeom prst="rect">
            <a:avLst/>
          </a:prstGeom>
        </p:spPr>
        <p:txBody>
          <a:bodyPr lIns="0" tIns="0" rIns="720000" bIns="0"/>
          <a:lstStyle>
            <a:lvl1pPr marL="0" indent="0">
              <a:buFont typeface="Arial" panose="020B0604020202020204" pitchFamily="34" charset="0"/>
              <a:buNone/>
              <a:defRPr sz="2201" b="0">
                <a:latin typeface="+mj-ea"/>
                <a:ea typeface="+mj-ea"/>
                <a:cs typeface="Segoe UI" panose="020B0502040204020203" pitchFamily="34" charset="0"/>
              </a:defRPr>
            </a:lvl1pPr>
            <a:lvl2pPr marL="457211" indent="0">
              <a:buNone/>
              <a:defRPr/>
            </a:lvl2pPr>
          </a:lstStyle>
          <a:p>
            <a:pPr lvl="0"/>
            <a:r>
              <a:rPr kumimoji="1" lang="en" altLang="en-US"/>
              <a:t>Title</a:t>
            </a:r>
            <a:endParaRPr kumimoji="1" lang="en-US" altLang="ja-JP"/>
          </a:p>
        </p:txBody>
      </p:sp>
      <p:sp>
        <p:nvSpPr>
          <p:cNvPr id="10" name="テキスト プレースホルダー 8"/>
          <p:cNvSpPr>
            <a:spLocks noGrp="1"/>
          </p:cNvSpPr>
          <p:nvPr>
            <p:ph type="body" sz="quarter" idx="28" hasCustomPrompt="1"/>
          </p:nvPr>
        </p:nvSpPr>
        <p:spPr>
          <a:xfrm>
            <a:off x="4335463" y="1307575"/>
            <a:ext cx="7845425" cy="2063125"/>
          </a:xfrm>
          <a:prstGeom prst="rect">
            <a:avLst/>
          </a:prstGeom>
        </p:spPr>
        <p:txBody>
          <a:bodyPr lIns="0" tIns="0" rIns="720000" bIns="0"/>
          <a:lstStyle>
            <a:lvl1pPr marL="0" indent="0" algn="just">
              <a:lnSpc>
                <a:spcPct val="100000"/>
              </a:lnSpc>
              <a:spcBef>
                <a:spcPts val="0"/>
              </a:spcBef>
              <a:buFont typeface="Arial" panose="020B0604020202020204" pitchFamily="34" charset="0"/>
              <a:buNone/>
              <a:defRPr sz="1801">
                <a:latin typeface="+mn-ea"/>
                <a:ea typeface="+mn-ea"/>
                <a:cs typeface="Segoe UI" panose="020B0502040204020203" pitchFamily="34" charset="0"/>
              </a:defRPr>
            </a:lvl1pPr>
            <a:lvl2pPr marL="800120" indent="-342908">
              <a:lnSpc>
                <a:spcPct val="100000"/>
              </a:lnSpc>
              <a:buFont typeface="Arial" panose="020B0604020202020204" pitchFamily="34" charset="0"/>
              <a:buChar char="•"/>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200">
                <a:latin typeface="+mn-ea"/>
                <a:ea typeface="+mn-ea"/>
                <a:cs typeface="Segoe UI" panose="020B0502040204020203" pitchFamily="34" charset="0"/>
              </a:defRPr>
            </a:lvl4pPr>
            <a:lvl5pPr marL="1828846" indent="0">
              <a:buNone/>
              <a:defRPr/>
            </a:lvl5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12" name="テキスト プレースホルダー 5"/>
          <p:cNvSpPr>
            <a:spLocks noGrp="1"/>
          </p:cNvSpPr>
          <p:nvPr>
            <p:ph type="body" sz="quarter" idx="16" hasCustomPrompt="1"/>
          </p:nvPr>
        </p:nvSpPr>
        <p:spPr>
          <a:xfrm>
            <a:off x="3" y="6243639"/>
            <a:ext cx="12180884"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11" name="タイトル 10"/>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36090786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容ページ②">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5" name="テキスト プレースホルダー 11"/>
          <p:cNvSpPr>
            <a:spLocks noGrp="1"/>
          </p:cNvSpPr>
          <p:nvPr>
            <p:ph type="body" sz="quarter" idx="26" hasCustomPrompt="1"/>
          </p:nvPr>
        </p:nvSpPr>
        <p:spPr>
          <a:xfrm>
            <a:off x="4335464" y="933760"/>
            <a:ext cx="3427068" cy="292095"/>
          </a:xfrm>
          <a:prstGeom prst="rect">
            <a:avLst/>
          </a:prstGeom>
        </p:spPr>
        <p:txBody>
          <a:bodyPr lIns="0" tIns="0" rIns="0" bIns="0"/>
          <a:lstStyle>
            <a:lvl1pPr>
              <a:defRPr sz="2201" b="1">
                <a:latin typeface="+mj-ea"/>
                <a:ea typeface="+mj-ea"/>
                <a:cs typeface="Segoe UI" panose="020B0502040204020203" pitchFamily="34" charset="0"/>
              </a:defRPr>
            </a:lvl1pPr>
          </a:lstStyle>
          <a:p>
            <a:pPr lvl="0"/>
            <a:r>
              <a:rPr kumimoji="1" lang="en" altLang="en-US"/>
              <a:t>Title</a:t>
            </a:r>
          </a:p>
        </p:txBody>
      </p:sp>
      <p:sp>
        <p:nvSpPr>
          <p:cNvPr id="6" name="テキスト プレースホルダー 11"/>
          <p:cNvSpPr>
            <a:spLocks noGrp="1"/>
          </p:cNvSpPr>
          <p:nvPr>
            <p:ph type="body" sz="quarter" idx="27" hasCustomPrompt="1"/>
          </p:nvPr>
        </p:nvSpPr>
        <p:spPr>
          <a:xfrm>
            <a:off x="4335464" y="3556007"/>
            <a:ext cx="3427068" cy="292095"/>
          </a:xfrm>
          <a:prstGeom prst="rect">
            <a:avLst/>
          </a:prstGeom>
        </p:spPr>
        <p:txBody>
          <a:bodyPr lIns="0" tIns="0" rIns="0" bIns="0"/>
          <a:lstStyle>
            <a:lvl1pPr>
              <a:defRPr sz="2201" b="1">
                <a:latin typeface="+mj-ea"/>
                <a:ea typeface="+mj-ea"/>
                <a:cs typeface="Segoe UI" panose="020B0502040204020203" pitchFamily="34" charset="0"/>
              </a:defRPr>
            </a:lvl1pPr>
          </a:lstStyle>
          <a:p>
            <a:pPr lvl="0"/>
            <a:r>
              <a:rPr kumimoji="1" lang="en" altLang="en-US"/>
              <a:t>Title</a:t>
            </a:r>
          </a:p>
        </p:txBody>
      </p:sp>
      <p:sp>
        <p:nvSpPr>
          <p:cNvPr id="7" name="テキスト プレースホルダー 11"/>
          <p:cNvSpPr>
            <a:spLocks noGrp="1"/>
          </p:cNvSpPr>
          <p:nvPr>
            <p:ph type="body" sz="quarter" idx="31" hasCustomPrompt="1"/>
          </p:nvPr>
        </p:nvSpPr>
        <p:spPr>
          <a:xfrm>
            <a:off x="8359140" y="933758"/>
            <a:ext cx="3832860" cy="5057718"/>
          </a:xfrm>
          <a:prstGeom prst="rect">
            <a:avLst/>
          </a:prstGeom>
        </p:spPr>
        <p:txBody>
          <a:bodyPr lIns="0" tIns="0" rIns="720000" bIns="0" anchor="ctr"/>
          <a:lstStyle>
            <a:lvl1pPr algn="l">
              <a:defRPr sz="2800" b="1">
                <a:solidFill>
                  <a:schemeClr val="bg2"/>
                </a:solidFill>
                <a:latin typeface="+mn-ea"/>
                <a:ea typeface="+mn-ea"/>
                <a:cs typeface="Segoe UI" panose="020B0502040204020203" pitchFamily="34" charset="0"/>
              </a:defRPr>
            </a:lvl1pPr>
          </a:lstStyle>
          <a:p>
            <a:pPr lvl="0"/>
            <a:r>
              <a:rPr kumimoji="1" lang="en" altLang="en-US"/>
              <a:t>Summary</a:t>
            </a:r>
          </a:p>
        </p:txBody>
      </p:sp>
      <p:sp>
        <p:nvSpPr>
          <p:cNvPr id="8" name="右矢印 7"/>
          <p:cNvSpPr/>
          <p:nvPr userDrawn="1"/>
        </p:nvSpPr>
        <p:spPr>
          <a:xfrm>
            <a:off x="7874364" y="3354262"/>
            <a:ext cx="388127" cy="172604"/>
          </a:xfrm>
          <a:prstGeom prst="right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1">
              <a:solidFill>
                <a:schemeClr val="tx2"/>
              </a:solidFill>
              <a:cs typeface="Segoe UI" panose="020B0502040204020203" pitchFamily="34" charset="0"/>
            </a:endParaRPr>
          </a:p>
        </p:txBody>
      </p:sp>
      <p:sp>
        <p:nvSpPr>
          <p:cNvPr id="9" name="コンテンツ プレースホルダー 14"/>
          <p:cNvSpPr>
            <a:spLocks noGrp="1"/>
          </p:cNvSpPr>
          <p:nvPr>
            <p:ph sz="quarter" idx="32" hasCustomPrompt="1"/>
          </p:nvPr>
        </p:nvSpPr>
        <p:spPr>
          <a:xfrm>
            <a:off x="695326" y="934030"/>
            <a:ext cx="3435349" cy="2435471"/>
          </a:xfrm>
          <a:prstGeom prst="rect">
            <a:avLst/>
          </a:prstGeom>
        </p:spPr>
        <p:txBody>
          <a:bodyPr lIns="0" tIns="0" rIns="0" bIns="180000" anchor="ctr"/>
          <a:lstStyle>
            <a:lvl1pPr algn="ctr">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10" name="コンテンツ プレースホルダー 14"/>
          <p:cNvSpPr>
            <a:spLocks noGrp="1"/>
          </p:cNvSpPr>
          <p:nvPr>
            <p:ph sz="quarter" idx="33" hasCustomPrompt="1"/>
          </p:nvPr>
        </p:nvSpPr>
        <p:spPr>
          <a:xfrm>
            <a:off x="695326" y="3556007"/>
            <a:ext cx="3435349" cy="2435471"/>
          </a:xfrm>
          <a:prstGeom prst="rect">
            <a:avLst/>
          </a:prstGeom>
        </p:spPr>
        <p:txBody>
          <a:bodyPr lIns="0" tIns="0" rIns="0" bIns="180000" anchor="ctr"/>
          <a:lstStyle>
            <a:lvl1pPr algn="ctr">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12" name="テキスト プレースホルダー 8"/>
          <p:cNvSpPr>
            <a:spLocks noGrp="1"/>
          </p:cNvSpPr>
          <p:nvPr>
            <p:ph type="body" sz="quarter" idx="30" hasCustomPrompt="1"/>
          </p:nvPr>
        </p:nvSpPr>
        <p:spPr>
          <a:xfrm>
            <a:off x="4335463" y="3928352"/>
            <a:ext cx="3442249" cy="2063125"/>
          </a:xfrm>
          <a:prstGeom prst="rect">
            <a:avLst/>
          </a:prstGeom>
        </p:spPr>
        <p:txBody>
          <a:bodyPr lIns="0" tIns="0" rIns="0" bIns="0"/>
          <a:lstStyle>
            <a:lvl1pPr marL="0" indent="0" algn="just">
              <a:lnSpc>
                <a:spcPct val="100000"/>
              </a:lnSpc>
              <a:spcBef>
                <a:spcPts val="0"/>
              </a:spcBef>
              <a:buFont typeface="Arial" panose="020B0604020202020204" pitchFamily="34" charset="0"/>
              <a:buNone/>
              <a:defRPr sz="1801">
                <a:latin typeface="+mn-ea"/>
                <a:ea typeface="+mn-ea"/>
                <a:cs typeface="Segoe UI" panose="020B0502040204020203" pitchFamily="34" charset="0"/>
              </a:defRPr>
            </a:lvl1pPr>
            <a:lvl2pPr marL="800120" indent="-342908">
              <a:lnSpc>
                <a:spcPct val="100000"/>
              </a:lnSpc>
              <a:buFont typeface="Arial" panose="020B0604020202020204" pitchFamily="34" charset="0"/>
              <a:buChar char="•"/>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200">
                <a:latin typeface="+mn-ea"/>
                <a:ea typeface="+mn-ea"/>
                <a:cs typeface="Segoe UI" panose="020B0502040204020203" pitchFamily="34" charset="0"/>
              </a:defRPr>
            </a:lvl4pPr>
            <a:lvl5pPr marL="1828846" indent="0">
              <a:buNone/>
              <a:defRPr/>
            </a:lvl5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13" name="テキスト プレースホルダー 8"/>
          <p:cNvSpPr>
            <a:spLocks noGrp="1"/>
          </p:cNvSpPr>
          <p:nvPr>
            <p:ph type="body" sz="quarter" idx="28" hasCustomPrompt="1"/>
          </p:nvPr>
        </p:nvSpPr>
        <p:spPr>
          <a:xfrm>
            <a:off x="4335463" y="1307575"/>
            <a:ext cx="3442249" cy="2063125"/>
          </a:xfrm>
          <a:prstGeom prst="rect">
            <a:avLst/>
          </a:prstGeom>
        </p:spPr>
        <p:txBody>
          <a:bodyPr lIns="0" tIns="0" rIns="0" bIns="0"/>
          <a:lstStyle>
            <a:lvl1pPr marL="0" indent="0" algn="just">
              <a:lnSpc>
                <a:spcPct val="100000"/>
              </a:lnSpc>
              <a:spcBef>
                <a:spcPts val="0"/>
              </a:spcBef>
              <a:buFont typeface="Arial" panose="020B0604020202020204" pitchFamily="34" charset="0"/>
              <a:buNone/>
              <a:defRPr sz="1801">
                <a:latin typeface="+mn-ea"/>
                <a:ea typeface="+mn-ea"/>
                <a:cs typeface="Segoe UI" panose="020B0502040204020203" pitchFamily="34" charset="0"/>
              </a:defRPr>
            </a:lvl1pPr>
            <a:lvl2pPr marL="800120" indent="-342908">
              <a:lnSpc>
                <a:spcPct val="100000"/>
              </a:lnSpc>
              <a:buFont typeface="Arial" panose="020B0604020202020204" pitchFamily="34" charset="0"/>
              <a:buChar char="•"/>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401">
                <a:latin typeface="+mn-ea"/>
                <a:ea typeface="+mn-ea"/>
                <a:cs typeface="Segoe UI" panose="020B0502040204020203" pitchFamily="34" charset="0"/>
              </a:defRPr>
            </a:lvl4pPr>
            <a:lvl5pPr marL="1828846" indent="0">
              <a:buNone/>
              <a:defRPr/>
            </a:lvl5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14" name="テキスト プレースホルダー 5"/>
          <p:cNvSpPr>
            <a:spLocks noGrp="1"/>
          </p:cNvSpPr>
          <p:nvPr>
            <p:ph type="body" sz="quarter" idx="16" hasCustomPrompt="1"/>
          </p:nvPr>
        </p:nvSpPr>
        <p:spPr>
          <a:xfrm>
            <a:off x="3" y="6243639"/>
            <a:ext cx="12180885"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11" name="タイトル 10"/>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28147909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容ページ③">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7" name="コンテンツ プレースホルダー 14"/>
          <p:cNvSpPr>
            <a:spLocks noGrp="1"/>
          </p:cNvSpPr>
          <p:nvPr>
            <p:ph sz="quarter" idx="24" hasCustomPrompt="1"/>
          </p:nvPr>
        </p:nvSpPr>
        <p:spPr>
          <a:xfrm>
            <a:off x="695326" y="934030"/>
            <a:ext cx="3435349" cy="1642187"/>
          </a:xfrm>
          <a:prstGeom prst="rect">
            <a:avLst/>
          </a:prstGeom>
        </p:spPr>
        <p:txBody>
          <a:bodyPr lIns="0" tIns="0" rIns="0" bIns="180000" anchor="ctr"/>
          <a:lstStyle>
            <a:lvl1pPr algn="ctr">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8" name="テキスト プレースホルダー 11"/>
          <p:cNvSpPr>
            <a:spLocks noGrp="1"/>
          </p:cNvSpPr>
          <p:nvPr>
            <p:ph type="body" sz="quarter" idx="26" hasCustomPrompt="1"/>
          </p:nvPr>
        </p:nvSpPr>
        <p:spPr>
          <a:xfrm>
            <a:off x="4335462" y="933760"/>
            <a:ext cx="7856537" cy="292095"/>
          </a:xfrm>
          <a:prstGeom prst="rect">
            <a:avLst/>
          </a:prstGeom>
        </p:spPr>
        <p:txBody>
          <a:bodyPr lIns="0" tIns="0" rIns="720000" bIns="0"/>
          <a:lstStyle>
            <a:lvl1pPr>
              <a:defRPr sz="2201" b="0">
                <a:latin typeface="+mj-ea"/>
                <a:ea typeface="+mj-ea"/>
                <a:cs typeface="Segoe UI" panose="020B0502040204020203" pitchFamily="34" charset="0"/>
              </a:defRPr>
            </a:lvl1pPr>
          </a:lstStyle>
          <a:p>
            <a:pPr lvl="0"/>
            <a:r>
              <a:rPr kumimoji="1" lang="en" altLang="en-US"/>
              <a:t>Title</a:t>
            </a:r>
          </a:p>
        </p:txBody>
      </p:sp>
      <p:sp>
        <p:nvSpPr>
          <p:cNvPr id="9" name="テキスト プレースホルダー 8"/>
          <p:cNvSpPr>
            <a:spLocks noGrp="1"/>
          </p:cNvSpPr>
          <p:nvPr>
            <p:ph type="body" sz="quarter" idx="28" hasCustomPrompt="1"/>
          </p:nvPr>
        </p:nvSpPr>
        <p:spPr>
          <a:xfrm>
            <a:off x="4335463" y="1307575"/>
            <a:ext cx="7845425" cy="1268641"/>
          </a:xfrm>
          <a:prstGeom prst="rect">
            <a:avLst/>
          </a:prstGeom>
        </p:spPr>
        <p:txBody>
          <a:bodyPr lIns="0" tIns="0" rIns="720000" bIns="0"/>
          <a:lstStyle>
            <a:lvl1pPr marL="0" indent="0" algn="just">
              <a:lnSpc>
                <a:spcPct val="100000"/>
              </a:lnSpc>
              <a:spcBef>
                <a:spcPts val="0"/>
              </a:spcBef>
              <a:buFont typeface="Arial" panose="020B0604020202020204" pitchFamily="34" charset="0"/>
              <a:buNone/>
              <a:defRPr sz="1801">
                <a:latin typeface="+mn-ea"/>
                <a:ea typeface="+mn-ea"/>
                <a:cs typeface="Segoe UI" panose="020B0502040204020203" pitchFamily="34" charset="0"/>
              </a:defRPr>
            </a:lvl1pPr>
            <a:lvl2pPr>
              <a:lnSpc>
                <a:spcPct val="100000"/>
              </a:lnSpc>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200">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10" name="コンテンツ プレースホルダー 14"/>
          <p:cNvSpPr>
            <a:spLocks noGrp="1"/>
          </p:cNvSpPr>
          <p:nvPr>
            <p:ph sz="quarter" idx="31" hasCustomPrompt="1"/>
          </p:nvPr>
        </p:nvSpPr>
        <p:spPr>
          <a:xfrm>
            <a:off x="695326" y="2704503"/>
            <a:ext cx="3435349" cy="1642187"/>
          </a:xfrm>
          <a:prstGeom prst="rect">
            <a:avLst/>
          </a:prstGeom>
        </p:spPr>
        <p:txBody>
          <a:bodyPr lIns="0" tIns="0" rIns="0" bIns="180000" anchor="ctr"/>
          <a:lstStyle>
            <a:lvl1pPr algn="ctr">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11" name="テキスト プレースホルダー 11"/>
          <p:cNvSpPr>
            <a:spLocks noGrp="1"/>
          </p:cNvSpPr>
          <p:nvPr>
            <p:ph type="body" sz="quarter" idx="32" hasCustomPrompt="1"/>
          </p:nvPr>
        </p:nvSpPr>
        <p:spPr>
          <a:xfrm>
            <a:off x="4335462" y="2704235"/>
            <a:ext cx="7856537" cy="292095"/>
          </a:xfrm>
          <a:prstGeom prst="rect">
            <a:avLst/>
          </a:prstGeom>
        </p:spPr>
        <p:txBody>
          <a:bodyPr lIns="0" tIns="0" rIns="720000" bIns="0"/>
          <a:lstStyle>
            <a:lvl1pPr>
              <a:defRPr sz="2201" b="0">
                <a:latin typeface="+mj-ea"/>
                <a:ea typeface="+mj-ea"/>
                <a:cs typeface="Segoe UI" panose="020B0502040204020203" pitchFamily="34" charset="0"/>
              </a:defRPr>
            </a:lvl1pPr>
          </a:lstStyle>
          <a:p>
            <a:pPr lvl="0"/>
            <a:r>
              <a:rPr kumimoji="1" lang="en" altLang="en-US"/>
              <a:t>Title</a:t>
            </a:r>
          </a:p>
        </p:txBody>
      </p:sp>
      <p:sp>
        <p:nvSpPr>
          <p:cNvPr id="12" name="コンテンツ プレースホルダー 14"/>
          <p:cNvSpPr>
            <a:spLocks noGrp="1"/>
          </p:cNvSpPr>
          <p:nvPr>
            <p:ph sz="quarter" idx="34" hasCustomPrompt="1"/>
          </p:nvPr>
        </p:nvSpPr>
        <p:spPr>
          <a:xfrm>
            <a:off x="695326" y="4477790"/>
            <a:ext cx="3435349" cy="1642187"/>
          </a:xfrm>
          <a:prstGeom prst="rect">
            <a:avLst/>
          </a:prstGeom>
        </p:spPr>
        <p:txBody>
          <a:bodyPr lIns="0" tIns="0" rIns="0" bIns="180000" anchor="ctr"/>
          <a:lstStyle>
            <a:lvl1pPr algn="ctr">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13" name="テキスト プレースホルダー 11"/>
          <p:cNvSpPr>
            <a:spLocks noGrp="1"/>
          </p:cNvSpPr>
          <p:nvPr>
            <p:ph type="body" sz="quarter" idx="35" hasCustomPrompt="1"/>
          </p:nvPr>
        </p:nvSpPr>
        <p:spPr>
          <a:xfrm>
            <a:off x="4335462" y="4477520"/>
            <a:ext cx="7856537" cy="292095"/>
          </a:xfrm>
          <a:prstGeom prst="rect">
            <a:avLst/>
          </a:prstGeom>
        </p:spPr>
        <p:txBody>
          <a:bodyPr lIns="0" tIns="0" rIns="720000" bIns="0"/>
          <a:lstStyle>
            <a:lvl1pPr>
              <a:defRPr sz="2201" b="0">
                <a:latin typeface="+mj-ea"/>
                <a:ea typeface="+mj-ea"/>
                <a:cs typeface="Segoe UI" panose="020B0502040204020203" pitchFamily="34" charset="0"/>
              </a:defRPr>
            </a:lvl1pPr>
          </a:lstStyle>
          <a:p>
            <a:pPr lvl="0"/>
            <a:r>
              <a:rPr kumimoji="1" lang="en" altLang="en-US"/>
              <a:t>Title</a:t>
            </a:r>
          </a:p>
        </p:txBody>
      </p:sp>
      <p:sp>
        <p:nvSpPr>
          <p:cNvPr id="15" name="テキスト プレースホルダー 5"/>
          <p:cNvSpPr>
            <a:spLocks noGrp="1"/>
          </p:cNvSpPr>
          <p:nvPr>
            <p:ph type="body" sz="quarter" idx="16" hasCustomPrompt="1"/>
          </p:nvPr>
        </p:nvSpPr>
        <p:spPr>
          <a:xfrm>
            <a:off x="3" y="6243639"/>
            <a:ext cx="12180885"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17" name="テキスト プレースホルダー 8"/>
          <p:cNvSpPr>
            <a:spLocks noGrp="1"/>
          </p:cNvSpPr>
          <p:nvPr>
            <p:ph type="body" sz="quarter" idx="36" hasCustomPrompt="1"/>
          </p:nvPr>
        </p:nvSpPr>
        <p:spPr>
          <a:xfrm>
            <a:off x="4335463" y="3078049"/>
            <a:ext cx="7845425" cy="1268641"/>
          </a:xfrm>
          <a:prstGeom prst="rect">
            <a:avLst/>
          </a:prstGeom>
        </p:spPr>
        <p:txBody>
          <a:bodyPr lIns="0" tIns="0" rIns="720000" bIns="0"/>
          <a:lstStyle>
            <a:lvl1pPr marL="0" indent="0" algn="just">
              <a:lnSpc>
                <a:spcPct val="100000"/>
              </a:lnSpc>
              <a:spcBef>
                <a:spcPts val="0"/>
              </a:spcBef>
              <a:buFont typeface="Arial" panose="020B0604020202020204" pitchFamily="34" charset="0"/>
              <a:buNone/>
              <a:defRPr sz="1801">
                <a:latin typeface="+mn-ea"/>
                <a:ea typeface="+mn-ea"/>
                <a:cs typeface="Segoe UI" panose="020B0502040204020203" pitchFamily="34" charset="0"/>
              </a:defRPr>
            </a:lvl1pPr>
            <a:lvl2pPr>
              <a:lnSpc>
                <a:spcPct val="100000"/>
              </a:lnSpc>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200">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18" name="テキスト プレースホルダー 8"/>
          <p:cNvSpPr>
            <a:spLocks noGrp="1"/>
          </p:cNvSpPr>
          <p:nvPr>
            <p:ph type="body" sz="quarter" idx="37" hasCustomPrompt="1"/>
          </p:nvPr>
        </p:nvSpPr>
        <p:spPr>
          <a:xfrm>
            <a:off x="4335463" y="4853303"/>
            <a:ext cx="7845425" cy="1268641"/>
          </a:xfrm>
          <a:prstGeom prst="rect">
            <a:avLst/>
          </a:prstGeom>
        </p:spPr>
        <p:txBody>
          <a:bodyPr lIns="0" tIns="0" rIns="720000" bIns="0"/>
          <a:lstStyle>
            <a:lvl1pPr marL="0" indent="0" algn="just">
              <a:lnSpc>
                <a:spcPct val="100000"/>
              </a:lnSpc>
              <a:spcBef>
                <a:spcPts val="0"/>
              </a:spcBef>
              <a:buFont typeface="Arial" panose="020B0604020202020204" pitchFamily="34" charset="0"/>
              <a:buNone/>
              <a:defRPr sz="1801">
                <a:latin typeface="+mn-ea"/>
                <a:ea typeface="+mn-ea"/>
                <a:cs typeface="Segoe UI" panose="020B0502040204020203" pitchFamily="34" charset="0"/>
              </a:defRPr>
            </a:lvl1pPr>
            <a:lvl2pPr>
              <a:lnSpc>
                <a:spcPct val="100000"/>
              </a:lnSpc>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200">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5" name="タイトル 4"/>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32284830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内容ページ④">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5" name="テキスト プレースホルダー 11"/>
          <p:cNvSpPr>
            <a:spLocks noGrp="1"/>
          </p:cNvSpPr>
          <p:nvPr>
            <p:ph type="body" sz="quarter" idx="26" hasCustomPrompt="1"/>
          </p:nvPr>
        </p:nvSpPr>
        <p:spPr>
          <a:xfrm>
            <a:off x="4335464" y="933760"/>
            <a:ext cx="3442247" cy="292095"/>
          </a:xfrm>
          <a:prstGeom prst="rect">
            <a:avLst/>
          </a:prstGeom>
        </p:spPr>
        <p:txBody>
          <a:bodyPr lIns="0" tIns="0" rIns="0" bIns="0"/>
          <a:lstStyle>
            <a:lvl1pPr>
              <a:defRPr sz="2201" b="0">
                <a:latin typeface="+mj-ea"/>
                <a:ea typeface="+mj-ea"/>
                <a:cs typeface="Segoe UI" panose="020B0502040204020203" pitchFamily="34" charset="0"/>
              </a:defRPr>
            </a:lvl1pPr>
          </a:lstStyle>
          <a:p>
            <a:pPr lvl="0"/>
            <a:r>
              <a:rPr kumimoji="1" lang="en" altLang="en-US"/>
              <a:t>Title</a:t>
            </a:r>
          </a:p>
        </p:txBody>
      </p:sp>
      <p:sp>
        <p:nvSpPr>
          <p:cNvPr id="6" name="テキスト プレースホルダー 11"/>
          <p:cNvSpPr>
            <a:spLocks noGrp="1"/>
          </p:cNvSpPr>
          <p:nvPr>
            <p:ph type="body" sz="quarter" idx="32" hasCustomPrompt="1"/>
          </p:nvPr>
        </p:nvSpPr>
        <p:spPr>
          <a:xfrm>
            <a:off x="4335464" y="2704235"/>
            <a:ext cx="3442247" cy="292095"/>
          </a:xfrm>
          <a:prstGeom prst="rect">
            <a:avLst/>
          </a:prstGeom>
        </p:spPr>
        <p:txBody>
          <a:bodyPr lIns="0" tIns="0" rIns="0" bIns="0"/>
          <a:lstStyle>
            <a:lvl1pPr>
              <a:defRPr sz="2201" b="0">
                <a:latin typeface="+mj-ea"/>
                <a:ea typeface="+mj-ea"/>
                <a:cs typeface="Segoe UI" panose="020B0502040204020203" pitchFamily="34" charset="0"/>
              </a:defRPr>
            </a:lvl1pPr>
          </a:lstStyle>
          <a:p>
            <a:pPr lvl="0"/>
            <a:r>
              <a:rPr kumimoji="1" lang="en" altLang="en-US"/>
              <a:t>Title</a:t>
            </a:r>
          </a:p>
        </p:txBody>
      </p:sp>
      <p:sp>
        <p:nvSpPr>
          <p:cNvPr id="7" name="テキスト プレースホルダー 11"/>
          <p:cNvSpPr>
            <a:spLocks noGrp="1"/>
          </p:cNvSpPr>
          <p:nvPr>
            <p:ph type="body" sz="quarter" idx="35" hasCustomPrompt="1"/>
          </p:nvPr>
        </p:nvSpPr>
        <p:spPr>
          <a:xfrm>
            <a:off x="4335464" y="4477520"/>
            <a:ext cx="3442247" cy="292095"/>
          </a:xfrm>
          <a:prstGeom prst="rect">
            <a:avLst/>
          </a:prstGeom>
        </p:spPr>
        <p:txBody>
          <a:bodyPr lIns="0" tIns="0" rIns="0" bIns="0"/>
          <a:lstStyle>
            <a:lvl1pPr>
              <a:defRPr sz="2201" b="0">
                <a:latin typeface="+mj-ea"/>
                <a:ea typeface="+mj-ea"/>
                <a:cs typeface="Segoe UI" panose="020B0502040204020203" pitchFamily="34" charset="0"/>
              </a:defRPr>
            </a:lvl1pPr>
          </a:lstStyle>
          <a:p>
            <a:pPr lvl="0"/>
            <a:r>
              <a:rPr kumimoji="1" lang="en" altLang="en-US"/>
              <a:t>Title</a:t>
            </a:r>
          </a:p>
        </p:txBody>
      </p:sp>
      <p:sp>
        <p:nvSpPr>
          <p:cNvPr id="8" name="テキスト プレースホルダー 11"/>
          <p:cNvSpPr>
            <a:spLocks noGrp="1"/>
          </p:cNvSpPr>
          <p:nvPr>
            <p:ph type="body" sz="quarter" idx="37" hasCustomPrompt="1"/>
          </p:nvPr>
        </p:nvSpPr>
        <p:spPr>
          <a:xfrm>
            <a:off x="8359140" y="933757"/>
            <a:ext cx="3832860" cy="5186217"/>
          </a:xfrm>
          <a:prstGeom prst="rect">
            <a:avLst/>
          </a:prstGeom>
        </p:spPr>
        <p:txBody>
          <a:bodyPr lIns="0" tIns="0" rIns="720000" bIns="0" anchor="ctr"/>
          <a:lstStyle>
            <a:lvl1pPr algn="l">
              <a:defRPr sz="2800" b="1">
                <a:solidFill>
                  <a:schemeClr val="bg2"/>
                </a:solidFill>
                <a:latin typeface="+mn-ea"/>
                <a:ea typeface="+mn-ea"/>
                <a:cs typeface="Segoe UI" panose="020B0502040204020203" pitchFamily="34" charset="0"/>
              </a:defRPr>
            </a:lvl1pPr>
          </a:lstStyle>
          <a:p>
            <a:pPr lvl="0"/>
            <a:r>
              <a:rPr kumimoji="1" lang="en" altLang="en-US"/>
              <a:t>Summary</a:t>
            </a:r>
          </a:p>
        </p:txBody>
      </p:sp>
      <p:sp>
        <p:nvSpPr>
          <p:cNvPr id="9" name="右矢印 8"/>
          <p:cNvSpPr/>
          <p:nvPr userDrawn="1"/>
        </p:nvSpPr>
        <p:spPr>
          <a:xfrm>
            <a:off x="7874364" y="3354262"/>
            <a:ext cx="388127" cy="172604"/>
          </a:xfrm>
          <a:prstGeom prst="right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1">
              <a:cs typeface="Segoe UI" panose="020B0502040204020203" pitchFamily="34" charset="0"/>
            </a:endParaRPr>
          </a:p>
        </p:txBody>
      </p:sp>
      <p:sp>
        <p:nvSpPr>
          <p:cNvPr id="10" name="コンテンツ プレースホルダー 14"/>
          <p:cNvSpPr>
            <a:spLocks noGrp="1"/>
          </p:cNvSpPr>
          <p:nvPr>
            <p:ph sz="quarter" idx="24" hasCustomPrompt="1"/>
          </p:nvPr>
        </p:nvSpPr>
        <p:spPr>
          <a:xfrm>
            <a:off x="695325" y="934030"/>
            <a:ext cx="3435349" cy="1642187"/>
          </a:xfrm>
          <a:prstGeom prst="rect">
            <a:avLst/>
          </a:prstGeom>
        </p:spPr>
        <p:txBody>
          <a:bodyPr lIns="0" tIns="0" rIns="0" bIns="180000" anchor="ctr"/>
          <a:lstStyle>
            <a:lvl1pPr algn="ctr">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11" name="コンテンツ プレースホルダー 14"/>
          <p:cNvSpPr>
            <a:spLocks noGrp="1"/>
          </p:cNvSpPr>
          <p:nvPr>
            <p:ph sz="quarter" idx="31" hasCustomPrompt="1"/>
          </p:nvPr>
        </p:nvSpPr>
        <p:spPr>
          <a:xfrm>
            <a:off x="695325" y="2704503"/>
            <a:ext cx="3435349" cy="1642187"/>
          </a:xfrm>
          <a:prstGeom prst="rect">
            <a:avLst/>
          </a:prstGeom>
        </p:spPr>
        <p:txBody>
          <a:bodyPr lIns="0" tIns="0" rIns="0" bIns="180000" anchor="ctr"/>
          <a:lstStyle>
            <a:lvl1pPr algn="ctr">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12" name="コンテンツ プレースホルダー 14"/>
          <p:cNvSpPr>
            <a:spLocks noGrp="1"/>
          </p:cNvSpPr>
          <p:nvPr>
            <p:ph sz="quarter" idx="34" hasCustomPrompt="1"/>
          </p:nvPr>
        </p:nvSpPr>
        <p:spPr>
          <a:xfrm>
            <a:off x="695325" y="4477790"/>
            <a:ext cx="3435349" cy="1642187"/>
          </a:xfrm>
          <a:prstGeom prst="rect">
            <a:avLst/>
          </a:prstGeom>
        </p:spPr>
        <p:txBody>
          <a:bodyPr lIns="0" tIns="0" rIns="0" bIns="180000" anchor="ctr"/>
          <a:lstStyle>
            <a:lvl1pPr algn="ctr">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16" name="テキスト プレースホルダー 8"/>
          <p:cNvSpPr>
            <a:spLocks noGrp="1"/>
          </p:cNvSpPr>
          <p:nvPr>
            <p:ph type="body" sz="quarter" idx="28" hasCustomPrompt="1"/>
          </p:nvPr>
        </p:nvSpPr>
        <p:spPr>
          <a:xfrm>
            <a:off x="4335463" y="1307575"/>
            <a:ext cx="3442249" cy="1268641"/>
          </a:xfrm>
          <a:prstGeom prst="rect">
            <a:avLst/>
          </a:prstGeom>
        </p:spPr>
        <p:txBody>
          <a:bodyPr lIns="0" tIns="0" rIns="0" bIns="0"/>
          <a:lstStyle>
            <a:lvl1pPr marL="0" indent="0" algn="just">
              <a:lnSpc>
                <a:spcPct val="100000"/>
              </a:lnSpc>
              <a:spcBef>
                <a:spcPts val="0"/>
              </a:spcBef>
              <a:buFont typeface="Arial" panose="020B0604020202020204" pitchFamily="34" charset="0"/>
              <a:buNone/>
              <a:defRPr sz="1801">
                <a:latin typeface="+mn-ea"/>
                <a:ea typeface="+mn-ea"/>
                <a:cs typeface="Segoe UI" panose="020B0502040204020203" pitchFamily="34" charset="0"/>
              </a:defRPr>
            </a:lvl1pPr>
            <a:lvl2pPr>
              <a:lnSpc>
                <a:spcPct val="100000"/>
              </a:lnSpc>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200">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17" name="テキスト プレースホルダー 5"/>
          <p:cNvSpPr>
            <a:spLocks noGrp="1"/>
          </p:cNvSpPr>
          <p:nvPr>
            <p:ph type="body" sz="quarter" idx="16" hasCustomPrompt="1"/>
          </p:nvPr>
        </p:nvSpPr>
        <p:spPr>
          <a:xfrm>
            <a:off x="3" y="6243639"/>
            <a:ext cx="12180886"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21" name="テキスト プレースホルダー 8"/>
          <p:cNvSpPr>
            <a:spLocks noGrp="1"/>
          </p:cNvSpPr>
          <p:nvPr>
            <p:ph type="body" sz="quarter" idx="38" hasCustomPrompt="1"/>
          </p:nvPr>
        </p:nvSpPr>
        <p:spPr>
          <a:xfrm>
            <a:off x="4335463" y="3078049"/>
            <a:ext cx="3442249" cy="1268641"/>
          </a:xfrm>
          <a:prstGeom prst="rect">
            <a:avLst/>
          </a:prstGeom>
        </p:spPr>
        <p:txBody>
          <a:bodyPr lIns="0" tIns="0" rIns="0" bIns="0"/>
          <a:lstStyle>
            <a:lvl1pPr marL="0" indent="0" algn="just">
              <a:lnSpc>
                <a:spcPct val="100000"/>
              </a:lnSpc>
              <a:spcBef>
                <a:spcPts val="0"/>
              </a:spcBef>
              <a:buFont typeface="Arial" panose="020B0604020202020204" pitchFamily="34" charset="0"/>
              <a:buNone/>
              <a:defRPr sz="1801">
                <a:latin typeface="+mn-ea"/>
                <a:ea typeface="+mn-ea"/>
                <a:cs typeface="Segoe UI" panose="020B0502040204020203" pitchFamily="34" charset="0"/>
              </a:defRPr>
            </a:lvl1pPr>
            <a:lvl2pPr>
              <a:lnSpc>
                <a:spcPct val="100000"/>
              </a:lnSpc>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200">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22" name="テキスト プレースホルダー 8"/>
          <p:cNvSpPr>
            <a:spLocks noGrp="1"/>
          </p:cNvSpPr>
          <p:nvPr>
            <p:ph type="body" sz="quarter" idx="39" hasCustomPrompt="1"/>
          </p:nvPr>
        </p:nvSpPr>
        <p:spPr>
          <a:xfrm>
            <a:off x="4335463" y="4848526"/>
            <a:ext cx="3442249" cy="1268641"/>
          </a:xfrm>
          <a:prstGeom prst="rect">
            <a:avLst/>
          </a:prstGeom>
        </p:spPr>
        <p:txBody>
          <a:bodyPr lIns="0" tIns="0" rIns="0" bIns="0"/>
          <a:lstStyle>
            <a:lvl1pPr marL="0" indent="0" algn="just">
              <a:lnSpc>
                <a:spcPct val="100000"/>
              </a:lnSpc>
              <a:spcBef>
                <a:spcPts val="0"/>
              </a:spcBef>
              <a:buFont typeface="Arial" panose="020B0604020202020204" pitchFamily="34" charset="0"/>
              <a:buNone/>
              <a:defRPr sz="1801">
                <a:latin typeface="+mn-ea"/>
                <a:ea typeface="+mn-ea"/>
                <a:cs typeface="Segoe UI" panose="020B0502040204020203" pitchFamily="34" charset="0"/>
              </a:defRPr>
            </a:lvl1pPr>
            <a:lvl2pPr>
              <a:lnSpc>
                <a:spcPct val="100000"/>
              </a:lnSpc>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200">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13" name="タイトル 12"/>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37875662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ページ⑤">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5" name="コンテンツ プレースホルダー 14"/>
          <p:cNvSpPr>
            <a:spLocks noGrp="1"/>
          </p:cNvSpPr>
          <p:nvPr>
            <p:ph sz="quarter" idx="24" hasCustomPrompt="1"/>
          </p:nvPr>
        </p:nvSpPr>
        <p:spPr>
          <a:xfrm>
            <a:off x="706683" y="1235270"/>
            <a:ext cx="4981243" cy="2687699"/>
          </a:xfrm>
          <a:prstGeom prst="rect">
            <a:avLst/>
          </a:prstGeom>
        </p:spPr>
        <p:txBody>
          <a:bodyPr lIns="0" tIns="0" rIns="0" bIns="180000" anchor="ctr"/>
          <a:lstStyle>
            <a:lvl1pPr algn="ctr">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6" name="テキスト プレースホルダー 16"/>
          <p:cNvSpPr>
            <a:spLocks noGrp="1"/>
          </p:cNvSpPr>
          <p:nvPr>
            <p:ph type="body" sz="quarter" idx="22" hasCustomPrompt="1"/>
          </p:nvPr>
        </p:nvSpPr>
        <p:spPr>
          <a:xfrm>
            <a:off x="0" y="844510"/>
            <a:ext cx="6091614" cy="324039"/>
          </a:xfrm>
          <a:prstGeom prst="rect">
            <a:avLst/>
          </a:prstGeom>
        </p:spPr>
        <p:txBody>
          <a:bodyPr lIns="720000" tIns="0" rIns="360000" bIns="0"/>
          <a:lstStyle>
            <a:lvl1pPr algn="l">
              <a:defRPr sz="2201" b="0">
                <a:latin typeface="+mj-ea"/>
                <a:ea typeface="+mj-ea"/>
                <a:cs typeface="Segoe UI" panose="020B0502040204020203" pitchFamily="34" charset="0"/>
              </a:defRPr>
            </a:lvl1pPr>
          </a:lstStyle>
          <a:p>
            <a:pPr lvl="0"/>
            <a:r>
              <a:rPr kumimoji="1" lang="en" altLang="en-US"/>
              <a:t>Title</a:t>
            </a:r>
          </a:p>
        </p:txBody>
      </p:sp>
      <p:sp>
        <p:nvSpPr>
          <p:cNvPr id="7" name="テキスト プレースホルダー 16"/>
          <p:cNvSpPr>
            <a:spLocks noGrp="1"/>
          </p:cNvSpPr>
          <p:nvPr>
            <p:ph type="body" sz="quarter" idx="26" hasCustomPrompt="1"/>
          </p:nvPr>
        </p:nvSpPr>
        <p:spPr>
          <a:xfrm>
            <a:off x="6091614" y="844510"/>
            <a:ext cx="6100386" cy="324039"/>
          </a:xfrm>
          <a:prstGeom prst="rect">
            <a:avLst/>
          </a:prstGeom>
        </p:spPr>
        <p:txBody>
          <a:bodyPr lIns="396000" tIns="0" rIns="720000" bIns="0"/>
          <a:lstStyle>
            <a:lvl1pPr algn="l">
              <a:defRPr sz="2201" b="0">
                <a:latin typeface="+mj-ea"/>
                <a:ea typeface="+mj-ea"/>
                <a:cs typeface="Segoe UI" panose="020B0502040204020203" pitchFamily="34" charset="0"/>
              </a:defRPr>
            </a:lvl1pPr>
          </a:lstStyle>
          <a:p>
            <a:pPr lvl="0"/>
            <a:r>
              <a:rPr kumimoji="1" lang="en" altLang="en-US"/>
              <a:t>Title</a:t>
            </a:r>
          </a:p>
        </p:txBody>
      </p:sp>
      <p:sp>
        <p:nvSpPr>
          <p:cNvPr id="8" name="コンテンツ プレースホルダー 14"/>
          <p:cNvSpPr>
            <a:spLocks noGrp="1"/>
          </p:cNvSpPr>
          <p:nvPr>
            <p:ph sz="quarter" idx="28" hasCustomPrompt="1"/>
          </p:nvPr>
        </p:nvSpPr>
        <p:spPr>
          <a:xfrm>
            <a:off x="6506409" y="1235270"/>
            <a:ext cx="4981243" cy="2687699"/>
          </a:xfrm>
          <a:prstGeom prst="rect">
            <a:avLst/>
          </a:prstGeom>
        </p:spPr>
        <p:txBody>
          <a:bodyPr lIns="0" tIns="0" rIns="0" bIns="180000" anchor="ctr"/>
          <a:lstStyle>
            <a:lvl1pPr algn="ctr">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9" name="テキスト プレースホルダー 8"/>
          <p:cNvSpPr>
            <a:spLocks noGrp="1"/>
          </p:cNvSpPr>
          <p:nvPr>
            <p:ph type="body" sz="quarter" idx="23" hasCustomPrompt="1"/>
          </p:nvPr>
        </p:nvSpPr>
        <p:spPr>
          <a:xfrm>
            <a:off x="0" y="4026912"/>
            <a:ext cx="6091614" cy="1580982"/>
          </a:xfrm>
          <a:prstGeom prst="rect">
            <a:avLst/>
          </a:prstGeom>
        </p:spPr>
        <p:txBody>
          <a:bodyPr lIns="720000" tIns="0" rIns="360000" bIns="0"/>
          <a:lstStyle>
            <a:lvl1pPr marL="0" indent="0" algn="just">
              <a:lnSpc>
                <a:spcPct val="100000"/>
              </a:lnSpc>
              <a:spcBef>
                <a:spcPts val="0"/>
              </a:spcBef>
              <a:buFont typeface="Arial" panose="020B0604020202020204" pitchFamily="34" charset="0"/>
              <a:buNone/>
              <a:defRPr sz="1801">
                <a:latin typeface="+mn-ea"/>
                <a:ea typeface="+mn-ea"/>
                <a:cs typeface="Segoe UI" panose="020B0502040204020203" pitchFamily="34" charset="0"/>
              </a:defRPr>
            </a:lvl1pPr>
            <a:lvl2pPr>
              <a:lnSpc>
                <a:spcPct val="100000"/>
              </a:lnSpc>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200">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10" name="テキスト プレースホルダー 8"/>
          <p:cNvSpPr>
            <a:spLocks noGrp="1"/>
          </p:cNvSpPr>
          <p:nvPr>
            <p:ph type="body" sz="quarter" idx="25" hasCustomPrompt="1"/>
          </p:nvPr>
        </p:nvSpPr>
        <p:spPr>
          <a:xfrm>
            <a:off x="6091614" y="4026912"/>
            <a:ext cx="6100386" cy="1580982"/>
          </a:xfrm>
          <a:prstGeom prst="rect">
            <a:avLst/>
          </a:prstGeom>
        </p:spPr>
        <p:txBody>
          <a:bodyPr lIns="396000" tIns="0" rIns="720000" bIns="0"/>
          <a:lstStyle>
            <a:lvl1pPr marL="0" indent="0" algn="just">
              <a:lnSpc>
                <a:spcPct val="100000"/>
              </a:lnSpc>
              <a:spcBef>
                <a:spcPts val="0"/>
              </a:spcBef>
              <a:buFont typeface="Arial" panose="020B0604020202020204" pitchFamily="34" charset="0"/>
              <a:buNone/>
              <a:defRPr sz="1801">
                <a:latin typeface="+mn-ea"/>
                <a:ea typeface="+mn-ea"/>
                <a:cs typeface="Segoe UI" panose="020B0502040204020203" pitchFamily="34" charset="0"/>
              </a:defRPr>
            </a:lvl1pPr>
            <a:lvl2pPr>
              <a:lnSpc>
                <a:spcPct val="100000"/>
              </a:lnSpc>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200">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11" name="テキスト プレースホルダー 5"/>
          <p:cNvSpPr>
            <a:spLocks noGrp="1"/>
          </p:cNvSpPr>
          <p:nvPr>
            <p:ph type="body" sz="quarter" idx="17" hasCustomPrompt="1"/>
          </p:nvPr>
        </p:nvSpPr>
        <p:spPr>
          <a:xfrm>
            <a:off x="0" y="5689455"/>
            <a:ext cx="12180888" cy="445407"/>
          </a:xfrm>
          <a:prstGeom prst="rect">
            <a:avLst/>
          </a:prstGeom>
        </p:spPr>
        <p:txBody>
          <a:bodyPr lIns="720000" tIns="0" rIns="720000" bIns="0" anchor="ctr"/>
          <a:lstStyle>
            <a:lvl1pPr marL="0" indent="0" algn="ctr">
              <a:buNone/>
              <a:defRPr b="1">
                <a:solidFill>
                  <a:schemeClr val="bg2"/>
                </a:solidFill>
                <a:latin typeface="+mn-ea"/>
                <a:ea typeface="+mn-ea"/>
                <a:cs typeface="Segoe UI" panose="020B0502040204020203" pitchFamily="34" charset="0"/>
              </a:defRPr>
            </a:lvl1pPr>
          </a:lstStyle>
          <a:p>
            <a:pPr lvl="0"/>
            <a:r>
              <a:rPr kumimoji="1" lang="en" altLang="en-US"/>
              <a:t>Enter a summary</a:t>
            </a:r>
          </a:p>
        </p:txBody>
      </p:sp>
      <p:sp>
        <p:nvSpPr>
          <p:cNvPr id="13" name="テキスト プレースホルダー 5"/>
          <p:cNvSpPr>
            <a:spLocks noGrp="1"/>
          </p:cNvSpPr>
          <p:nvPr>
            <p:ph type="body" sz="quarter" idx="16" hasCustomPrompt="1"/>
          </p:nvPr>
        </p:nvSpPr>
        <p:spPr>
          <a:xfrm>
            <a:off x="3" y="6243639"/>
            <a:ext cx="12180885"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12" name="タイトル 11"/>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7220326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ページ⑥">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900">
              <a:solidFill>
                <a:schemeClr val="bg1">
                  <a:lumMod val="65000"/>
                </a:schemeClr>
              </a:solidFill>
              <a:ea typeface="Yu Gothic UI Light" panose="020B0300000000000000" pitchFamily="50" charset="-128"/>
            </a:endParaRPr>
          </a:p>
        </p:txBody>
      </p:sp>
      <p:sp>
        <p:nvSpPr>
          <p:cNvPr id="5" name="コンテンツ プレースホルダー 14"/>
          <p:cNvSpPr>
            <a:spLocks noGrp="1"/>
          </p:cNvSpPr>
          <p:nvPr>
            <p:ph sz="quarter" idx="24" hasCustomPrompt="1"/>
          </p:nvPr>
        </p:nvSpPr>
        <p:spPr>
          <a:xfrm>
            <a:off x="706684" y="1235270"/>
            <a:ext cx="3354777" cy="2687699"/>
          </a:xfrm>
          <a:prstGeom prst="rect">
            <a:avLst/>
          </a:prstGeom>
        </p:spPr>
        <p:txBody>
          <a:bodyPr lIns="0" tIns="0" rIns="0" bIns="180000" anchor="ctr"/>
          <a:lstStyle>
            <a:lvl1pPr algn="ctr">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7" name="テキスト プレースホルダー 8"/>
          <p:cNvSpPr>
            <a:spLocks noGrp="1"/>
          </p:cNvSpPr>
          <p:nvPr>
            <p:ph type="body" sz="quarter" idx="23" hasCustomPrompt="1"/>
          </p:nvPr>
        </p:nvSpPr>
        <p:spPr>
          <a:xfrm>
            <a:off x="1" y="4026912"/>
            <a:ext cx="4229921" cy="1580982"/>
          </a:xfrm>
          <a:prstGeom prst="rect">
            <a:avLst/>
          </a:prstGeom>
        </p:spPr>
        <p:txBody>
          <a:bodyPr lIns="720000" tIns="0" rIns="180000" bIns="0"/>
          <a:lstStyle>
            <a:lvl1pPr marL="0" indent="0" algn="just">
              <a:lnSpc>
                <a:spcPct val="100000"/>
              </a:lnSpc>
              <a:spcBef>
                <a:spcPts val="0"/>
              </a:spcBef>
              <a:buFont typeface="Arial" panose="020B0604020202020204" pitchFamily="34" charset="0"/>
              <a:buNone/>
              <a:defRPr sz="1801">
                <a:latin typeface="+mn-ea"/>
                <a:ea typeface="+mn-ea"/>
                <a:cs typeface="Segoe UI" panose="020B0502040204020203" pitchFamily="34" charset="0"/>
              </a:defRPr>
            </a:lvl1pPr>
            <a:lvl2pPr>
              <a:lnSpc>
                <a:spcPct val="100000"/>
              </a:lnSpc>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200">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8" name="コンテンツ プレースホルダー 14"/>
          <p:cNvSpPr>
            <a:spLocks noGrp="1"/>
          </p:cNvSpPr>
          <p:nvPr>
            <p:ph sz="quarter" idx="31" hasCustomPrompt="1"/>
          </p:nvPr>
        </p:nvSpPr>
        <p:spPr>
          <a:xfrm>
            <a:off x="4425244" y="1235270"/>
            <a:ext cx="3354777" cy="2687699"/>
          </a:xfrm>
          <a:prstGeom prst="rect">
            <a:avLst/>
          </a:prstGeom>
        </p:spPr>
        <p:txBody>
          <a:bodyPr lIns="0" tIns="0" rIns="0" bIns="180000" anchor="ctr"/>
          <a:lstStyle>
            <a:lvl1pPr algn="ctr">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10" name="テキスト プレースホルダー 8"/>
          <p:cNvSpPr>
            <a:spLocks noGrp="1"/>
          </p:cNvSpPr>
          <p:nvPr>
            <p:ph type="body" sz="quarter" idx="33" hasCustomPrompt="1"/>
          </p:nvPr>
        </p:nvSpPr>
        <p:spPr>
          <a:xfrm>
            <a:off x="4229921" y="4026912"/>
            <a:ext cx="3729964" cy="1580982"/>
          </a:xfrm>
          <a:prstGeom prst="rect">
            <a:avLst/>
          </a:prstGeom>
        </p:spPr>
        <p:txBody>
          <a:bodyPr lIns="180000" tIns="0" rIns="180000" bIns="0"/>
          <a:lstStyle>
            <a:lvl1pPr marL="0" indent="0" algn="just">
              <a:lnSpc>
                <a:spcPct val="100000"/>
              </a:lnSpc>
              <a:spcBef>
                <a:spcPts val="0"/>
              </a:spcBef>
              <a:buFont typeface="Arial" panose="020B0604020202020204" pitchFamily="34" charset="0"/>
              <a:buNone/>
              <a:defRPr sz="1801">
                <a:latin typeface="+mn-ea"/>
                <a:ea typeface="+mn-ea"/>
                <a:cs typeface="Segoe UI" panose="020B0502040204020203" pitchFamily="34" charset="0"/>
              </a:defRPr>
            </a:lvl1pPr>
            <a:lvl2pPr>
              <a:lnSpc>
                <a:spcPct val="100000"/>
              </a:lnSpc>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200">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11" name="コンテンツ プレースホルダー 14"/>
          <p:cNvSpPr>
            <a:spLocks noGrp="1"/>
          </p:cNvSpPr>
          <p:nvPr>
            <p:ph sz="quarter" idx="34" hasCustomPrompt="1"/>
          </p:nvPr>
        </p:nvSpPr>
        <p:spPr>
          <a:xfrm>
            <a:off x="8143803" y="1235270"/>
            <a:ext cx="3354777" cy="2687699"/>
          </a:xfrm>
          <a:prstGeom prst="rect">
            <a:avLst/>
          </a:prstGeom>
        </p:spPr>
        <p:txBody>
          <a:bodyPr lIns="0" tIns="0" rIns="0" bIns="180000" anchor="ctr"/>
          <a:lstStyle>
            <a:lvl1pPr algn="ctr">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13" name="テキスト プレースホルダー 8"/>
          <p:cNvSpPr>
            <a:spLocks noGrp="1"/>
          </p:cNvSpPr>
          <p:nvPr>
            <p:ph type="body" sz="quarter" idx="36" hasCustomPrompt="1"/>
          </p:nvPr>
        </p:nvSpPr>
        <p:spPr>
          <a:xfrm>
            <a:off x="7959886" y="4026912"/>
            <a:ext cx="4229920" cy="1580982"/>
          </a:xfrm>
          <a:prstGeom prst="rect">
            <a:avLst/>
          </a:prstGeom>
        </p:spPr>
        <p:txBody>
          <a:bodyPr lIns="180000" tIns="0" rIns="720000" bIns="0"/>
          <a:lstStyle>
            <a:lvl1pPr algn="just">
              <a:lnSpc>
                <a:spcPct val="100000"/>
              </a:lnSpc>
              <a:spcBef>
                <a:spcPts val="0"/>
              </a:spcBef>
              <a:defRPr sz="1801">
                <a:latin typeface="+mn-ea"/>
                <a:ea typeface="+mn-ea"/>
                <a:cs typeface="Segoe UI" panose="020B0502040204020203" pitchFamily="34" charset="0"/>
              </a:defRPr>
            </a:lvl1pPr>
            <a:lvl2pPr>
              <a:lnSpc>
                <a:spcPct val="100000"/>
              </a:lnSpc>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200">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14" name="テキスト プレースホルダー 5"/>
          <p:cNvSpPr>
            <a:spLocks noGrp="1"/>
          </p:cNvSpPr>
          <p:nvPr>
            <p:ph type="body" sz="quarter" idx="17" hasCustomPrompt="1"/>
          </p:nvPr>
        </p:nvSpPr>
        <p:spPr>
          <a:xfrm>
            <a:off x="0" y="5689455"/>
            <a:ext cx="12192000" cy="445407"/>
          </a:xfrm>
          <a:prstGeom prst="rect">
            <a:avLst/>
          </a:prstGeom>
        </p:spPr>
        <p:txBody>
          <a:bodyPr lIns="720000" tIns="0" rIns="720000" bIns="0" anchor="ctr"/>
          <a:lstStyle>
            <a:lvl1pPr marL="0" indent="0" algn="ctr">
              <a:buNone/>
              <a:defRPr b="1">
                <a:solidFill>
                  <a:schemeClr val="bg2"/>
                </a:solidFill>
                <a:latin typeface="+mn-ea"/>
                <a:ea typeface="+mn-ea"/>
                <a:cs typeface="Segoe UI" panose="020B0502040204020203" pitchFamily="34" charset="0"/>
              </a:defRPr>
            </a:lvl1pPr>
          </a:lstStyle>
          <a:p>
            <a:pPr lvl="0"/>
            <a:r>
              <a:rPr kumimoji="1" lang="en" altLang="en-US"/>
              <a:t>Enter a summary</a:t>
            </a:r>
          </a:p>
        </p:txBody>
      </p:sp>
      <p:sp>
        <p:nvSpPr>
          <p:cNvPr id="16" name="テキスト プレースホルダー 5"/>
          <p:cNvSpPr>
            <a:spLocks noGrp="1"/>
          </p:cNvSpPr>
          <p:nvPr>
            <p:ph type="body" sz="quarter" idx="16" hasCustomPrompt="1"/>
          </p:nvPr>
        </p:nvSpPr>
        <p:spPr>
          <a:xfrm>
            <a:off x="2" y="6243639"/>
            <a:ext cx="12191997"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17" name="テキスト プレースホルダー 16"/>
          <p:cNvSpPr>
            <a:spLocks noGrp="1"/>
          </p:cNvSpPr>
          <p:nvPr>
            <p:ph type="body" sz="quarter" idx="22" hasCustomPrompt="1"/>
          </p:nvPr>
        </p:nvSpPr>
        <p:spPr>
          <a:xfrm>
            <a:off x="1" y="844510"/>
            <a:ext cx="4229921" cy="324039"/>
          </a:xfrm>
          <a:prstGeom prst="rect">
            <a:avLst/>
          </a:prstGeom>
        </p:spPr>
        <p:txBody>
          <a:bodyPr lIns="720000" tIns="0" rIns="180000" bIns="0"/>
          <a:lstStyle>
            <a:lvl1pPr algn="l">
              <a:defRPr sz="2201" b="0">
                <a:latin typeface="+mj-ea"/>
                <a:ea typeface="+mj-ea"/>
                <a:cs typeface="Segoe UI" panose="020B0502040204020203" pitchFamily="34" charset="0"/>
              </a:defRPr>
            </a:lvl1pPr>
          </a:lstStyle>
          <a:p>
            <a:pPr lvl="0"/>
            <a:r>
              <a:rPr kumimoji="1" lang="en" altLang="en-US"/>
              <a:t>Title</a:t>
            </a:r>
          </a:p>
        </p:txBody>
      </p:sp>
      <p:sp>
        <p:nvSpPr>
          <p:cNvPr id="18" name="テキスト プレースホルダー 16"/>
          <p:cNvSpPr>
            <a:spLocks noGrp="1"/>
          </p:cNvSpPr>
          <p:nvPr>
            <p:ph type="body" sz="quarter" idx="26" hasCustomPrompt="1"/>
          </p:nvPr>
        </p:nvSpPr>
        <p:spPr>
          <a:xfrm>
            <a:off x="7959886" y="844510"/>
            <a:ext cx="4232114" cy="324039"/>
          </a:xfrm>
          <a:prstGeom prst="rect">
            <a:avLst/>
          </a:prstGeom>
        </p:spPr>
        <p:txBody>
          <a:bodyPr lIns="180000" tIns="0" rIns="720000" bIns="0"/>
          <a:lstStyle>
            <a:lvl1pPr algn="l">
              <a:defRPr sz="2201" b="0">
                <a:latin typeface="+mj-ea"/>
                <a:ea typeface="+mj-ea"/>
                <a:cs typeface="Segoe UI" panose="020B0502040204020203" pitchFamily="34" charset="0"/>
              </a:defRPr>
            </a:lvl1pPr>
          </a:lstStyle>
          <a:p>
            <a:pPr lvl="0"/>
            <a:r>
              <a:rPr kumimoji="1" lang="en" altLang="en-US"/>
              <a:t>Title</a:t>
            </a:r>
          </a:p>
        </p:txBody>
      </p:sp>
      <p:sp>
        <p:nvSpPr>
          <p:cNvPr id="19" name="テキスト プレースホルダー 16"/>
          <p:cNvSpPr>
            <a:spLocks noGrp="1"/>
          </p:cNvSpPr>
          <p:nvPr>
            <p:ph type="body" sz="quarter" idx="37" hasCustomPrompt="1"/>
          </p:nvPr>
        </p:nvSpPr>
        <p:spPr>
          <a:xfrm>
            <a:off x="4229923" y="844510"/>
            <a:ext cx="3729964" cy="324039"/>
          </a:xfrm>
          <a:prstGeom prst="rect">
            <a:avLst/>
          </a:prstGeom>
        </p:spPr>
        <p:txBody>
          <a:bodyPr lIns="180000" tIns="0" rIns="180000" bIns="0"/>
          <a:lstStyle>
            <a:lvl1pPr algn="l">
              <a:defRPr sz="2201" b="0">
                <a:latin typeface="+mj-ea"/>
                <a:ea typeface="+mj-ea"/>
                <a:cs typeface="Segoe UI" panose="020B0502040204020203" pitchFamily="34" charset="0"/>
              </a:defRPr>
            </a:lvl1pPr>
          </a:lstStyle>
          <a:p>
            <a:pPr lvl="0"/>
            <a:r>
              <a:rPr kumimoji="1" lang="en" altLang="en-US"/>
              <a:t>Title</a:t>
            </a:r>
          </a:p>
        </p:txBody>
      </p:sp>
      <p:sp>
        <p:nvSpPr>
          <p:cNvPr id="6" name="タイトル 5"/>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39516791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添付資料：扉">
    <p:bg>
      <p:bgPr>
        <a:solidFill>
          <a:schemeClr val="bg1">
            <a:lumMod val="65000"/>
          </a:schemeClr>
        </a:solidFill>
        <a:effectLst/>
      </p:bgPr>
    </p:bg>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lvl1pPr>
              <a:defRPr>
                <a:solidFill>
                  <a:schemeClr val="bg1"/>
                </a:solidFill>
              </a:defRPr>
            </a:lvl1pPr>
          </a:lstStyle>
          <a:p>
            <a:r>
              <a:rPr lang="en" altLang="ja-JP">
                <a:cs typeface="Segoe UI" panose="020B0502040204020203" pitchFamily="34" charset="0"/>
              </a:rPr>
              <a:t>Title / Month XX, 2025 (Please enter from "Insert" → "Header and Footer")</a:t>
            </a:r>
          </a:p>
        </p:txBody>
      </p:sp>
      <p:sp>
        <p:nvSpPr>
          <p:cNvPr id="5" name="テキスト ボックス 4"/>
          <p:cNvSpPr txBox="1"/>
          <p:nvPr userDrawn="1"/>
        </p:nvSpPr>
        <p:spPr>
          <a:xfrm>
            <a:off x="1305878" y="2811595"/>
            <a:ext cx="2646878" cy="830997"/>
          </a:xfrm>
          <a:prstGeom prst="rect">
            <a:avLst/>
          </a:prstGeom>
          <a:noFill/>
        </p:spPr>
        <p:txBody>
          <a:bodyPr wrap="none" rtlCol="0">
            <a:spAutoFit/>
          </a:bodyPr>
          <a:lstStyle/>
          <a:p>
            <a:r>
              <a:rPr lang="en" altLang="en-US" sz="4800" b="0">
                <a:solidFill>
                  <a:schemeClr val="bg1"/>
                </a:solidFill>
                <a:latin typeface="+mn-ea"/>
                <a:ea typeface="+mn-ea"/>
                <a:cs typeface="Segoe UI" panose="020B0502040204020203" pitchFamily="34" charset="0"/>
              </a:rPr>
              <a:t>Attachments</a:t>
            </a:r>
          </a:p>
        </p:txBody>
      </p:sp>
      <p:pic>
        <p:nvPicPr>
          <p:cNvPr id="11" name="図 10"/>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92647" y="6230014"/>
            <a:ext cx="1040415" cy="592385"/>
          </a:xfrm>
          <a:prstGeom prst="rect">
            <a:avLst/>
          </a:prstGeom>
        </p:spPr>
      </p:pic>
      <p:sp>
        <p:nvSpPr>
          <p:cNvPr id="12" name="スライド番号プレースホルダー 3"/>
          <p:cNvSpPr>
            <a:spLocks noGrp="1"/>
          </p:cNvSpPr>
          <p:nvPr>
            <p:ph type="sldNum" sz="quarter" idx="11"/>
          </p:nvPr>
        </p:nvSpPr>
        <p:spPr>
          <a:xfrm>
            <a:off x="11179742" y="6332075"/>
            <a:ext cx="736034" cy="365125"/>
          </a:xfrm>
        </p:spPr>
        <p:txBody>
          <a:bodyPr/>
          <a:lstStyle>
            <a:lvl1pPr>
              <a:defRPr sz="1401">
                <a:solidFill>
                  <a:schemeClr val="bg1"/>
                </a:solidFill>
              </a:defRPr>
            </a:lvl1pPr>
          </a:lstStyle>
          <a:p>
            <a:fld id="{A4345066-4952-40C1-BC8B-CE2851EC3EF2}" type="slidenum">
              <a:rPr lang="ja-JP" altLang="en-US" smtClean="0">
                <a:ea typeface="Yu Gothic UI Light" panose="020B0300000000000000" pitchFamily="50" charset="-128"/>
              </a:rPr>
              <a:pPr/>
              <a:t>‹#›</a:t>
            </a:fld>
            <a:endParaRPr lang="en-US" altLang="ja-JP" sz="900">
              <a:ea typeface="Yu Gothic UI Light" panose="020B0300000000000000" pitchFamily="50" charset="-128"/>
            </a:endParaRPr>
          </a:p>
        </p:txBody>
      </p:sp>
      <p:sp>
        <p:nvSpPr>
          <p:cNvPr id="13" name="テキスト ボックス 12"/>
          <p:cNvSpPr txBox="1"/>
          <p:nvPr userDrawn="1"/>
        </p:nvSpPr>
        <p:spPr>
          <a:xfrm>
            <a:off x="1305879" y="6525605"/>
            <a:ext cx="1624163" cy="176972"/>
          </a:xfrm>
          <a:prstGeom prst="rect">
            <a:avLst/>
          </a:prstGeom>
          <a:noFill/>
        </p:spPr>
        <p:txBody>
          <a:bodyPr wrap="none" rtlCol="0">
            <a:spAutoFit/>
          </a:bodyPr>
          <a:lstStyle/>
          <a:p>
            <a:r>
              <a:rPr kumimoji="1" lang="en" altLang="ja-JP" sz="550" spc="0">
                <a:solidFill>
                  <a:schemeClr val="bg1"/>
                </a:solidFill>
                <a:latin typeface="Yu Gothic UI" panose="020B0500000000000000" pitchFamily="50" charset="-128"/>
                <a:ea typeface="Yu Gothic UI" panose="020B0500000000000000" pitchFamily="50" charset="-128"/>
                <a:cs typeface="Segoe UI" panose="020B0502040204020203" pitchFamily="34" charset="0"/>
              </a:rPr>
              <a:t>© DENSO CORPORATION All Rights Reserved.</a:t>
            </a:r>
            <a:endParaRPr kumimoji="1" lang="ja-JP" altLang="en-US" sz="550" spc="0">
              <a:solidFill>
                <a:schemeClr val="bg1"/>
              </a:solidFill>
              <a:latin typeface="Yu Gothic UI" panose="020B0500000000000000" pitchFamily="50" charset="-128"/>
              <a:ea typeface="Yu Gothic UI" panose="020B0500000000000000" pitchFamily="50" charset="-128"/>
              <a:cs typeface="Segoe UI" panose="020B0502040204020203" pitchFamily="34" charset="0"/>
            </a:endParaRPr>
          </a:p>
        </p:txBody>
      </p:sp>
      <p:pic>
        <p:nvPicPr>
          <p:cNvPr id="8" name="図 7"/>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900343" y="296070"/>
            <a:ext cx="920294" cy="296869"/>
          </a:xfrm>
          <a:prstGeom prst="rect">
            <a:avLst/>
          </a:prstGeom>
        </p:spPr>
      </p:pic>
    </p:spTree>
    <p:extLst>
      <p:ext uri="{BB962C8B-B14F-4D97-AF65-F5344CB8AC3E}">
        <p14:creationId xmlns:p14="http://schemas.microsoft.com/office/powerpoint/2010/main" val="41252999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添付資料">
    <p:spTree>
      <p:nvGrpSpPr>
        <p:cNvPr id="1" name=""/>
        <p:cNvGrpSpPr/>
        <p:nvPr/>
      </p:nvGrpSpPr>
      <p:grpSpPr>
        <a:xfrm>
          <a:off x="0" y="0"/>
          <a:ext cx="0" cy="0"/>
          <a:chOff x="0" y="0"/>
          <a:chExt cx="0" cy="0"/>
        </a:xfrm>
      </p:grpSpPr>
      <p:sp>
        <p:nvSpPr>
          <p:cNvPr id="7" name="角丸四角形 6"/>
          <p:cNvSpPr/>
          <p:nvPr userDrawn="1"/>
        </p:nvSpPr>
        <p:spPr>
          <a:xfrm>
            <a:off x="0" y="252409"/>
            <a:ext cx="1293019" cy="418152"/>
          </a:xfrm>
          <a:custGeom>
            <a:avLst/>
            <a:gdLst>
              <a:gd name="connsiteX0" fmla="*/ 0 w 1097756"/>
              <a:gd name="connsiteY0" fmla="*/ 0 h 415770"/>
              <a:gd name="connsiteX1" fmla="*/ 0 w 1097756"/>
              <a:gd name="connsiteY1" fmla="*/ 0 h 415770"/>
              <a:gd name="connsiteX2" fmla="*/ 1097756 w 1097756"/>
              <a:gd name="connsiteY2" fmla="*/ 0 h 415770"/>
              <a:gd name="connsiteX3" fmla="*/ 1097756 w 1097756"/>
              <a:gd name="connsiteY3" fmla="*/ 0 h 415770"/>
              <a:gd name="connsiteX4" fmla="*/ 1097756 w 1097756"/>
              <a:gd name="connsiteY4" fmla="*/ 415770 h 415770"/>
              <a:gd name="connsiteX5" fmla="*/ 1097756 w 1097756"/>
              <a:gd name="connsiteY5" fmla="*/ 415770 h 415770"/>
              <a:gd name="connsiteX6" fmla="*/ 0 w 1097756"/>
              <a:gd name="connsiteY6" fmla="*/ 415770 h 415770"/>
              <a:gd name="connsiteX7" fmla="*/ 0 w 1097756"/>
              <a:gd name="connsiteY7" fmla="*/ 415770 h 415770"/>
              <a:gd name="connsiteX8" fmla="*/ 0 w 1097756"/>
              <a:gd name="connsiteY8" fmla="*/ 0 h 415770"/>
              <a:gd name="connsiteX0" fmla="*/ 0 w 1216819"/>
              <a:gd name="connsiteY0" fmla="*/ 0 h 415770"/>
              <a:gd name="connsiteX1" fmla="*/ 0 w 1216819"/>
              <a:gd name="connsiteY1" fmla="*/ 0 h 415770"/>
              <a:gd name="connsiteX2" fmla="*/ 1097756 w 1216819"/>
              <a:gd name="connsiteY2" fmla="*/ 0 h 415770"/>
              <a:gd name="connsiteX3" fmla="*/ 1216819 w 1216819"/>
              <a:gd name="connsiteY3" fmla="*/ 0 h 415770"/>
              <a:gd name="connsiteX4" fmla="*/ 1097756 w 1216819"/>
              <a:gd name="connsiteY4" fmla="*/ 415770 h 415770"/>
              <a:gd name="connsiteX5" fmla="*/ 1097756 w 1216819"/>
              <a:gd name="connsiteY5" fmla="*/ 415770 h 415770"/>
              <a:gd name="connsiteX6" fmla="*/ 0 w 1216819"/>
              <a:gd name="connsiteY6" fmla="*/ 415770 h 415770"/>
              <a:gd name="connsiteX7" fmla="*/ 0 w 1216819"/>
              <a:gd name="connsiteY7" fmla="*/ 415770 h 415770"/>
              <a:gd name="connsiteX8" fmla="*/ 0 w 1216819"/>
              <a:gd name="connsiteY8" fmla="*/ 0 h 415770"/>
              <a:gd name="connsiteX0" fmla="*/ 0 w 1223579"/>
              <a:gd name="connsiteY0" fmla="*/ 2382 h 418152"/>
              <a:gd name="connsiteX1" fmla="*/ 0 w 1223579"/>
              <a:gd name="connsiteY1" fmla="*/ 2382 h 418152"/>
              <a:gd name="connsiteX2" fmla="*/ 1097756 w 1223579"/>
              <a:gd name="connsiteY2" fmla="*/ 2382 h 418152"/>
              <a:gd name="connsiteX3" fmla="*/ 1223579 w 1223579"/>
              <a:gd name="connsiteY3" fmla="*/ 0 h 418152"/>
              <a:gd name="connsiteX4" fmla="*/ 1097756 w 1223579"/>
              <a:gd name="connsiteY4" fmla="*/ 418152 h 418152"/>
              <a:gd name="connsiteX5" fmla="*/ 1097756 w 1223579"/>
              <a:gd name="connsiteY5" fmla="*/ 418152 h 418152"/>
              <a:gd name="connsiteX6" fmla="*/ 0 w 1223579"/>
              <a:gd name="connsiteY6" fmla="*/ 418152 h 418152"/>
              <a:gd name="connsiteX7" fmla="*/ 0 w 1223579"/>
              <a:gd name="connsiteY7" fmla="*/ 418152 h 418152"/>
              <a:gd name="connsiteX8" fmla="*/ 0 w 1223579"/>
              <a:gd name="connsiteY8" fmla="*/ 2382 h 418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3579" h="418152">
                <a:moveTo>
                  <a:pt x="0" y="2382"/>
                </a:moveTo>
                <a:lnTo>
                  <a:pt x="0" y="2382"/>
                </a:lnTo>
                <a:lnTo>
                  <a:pt x="1097756" y="2382"/>
                </a:lnTo>
                <a:lnTo>
                  <a:pt x="1223579" y="0"/>
                </a:lnTo>
                <a:lnTo>
                  <a:pt x="1097756" y="418152"/>
                </a:lnTo>
                <a:lnTo>
                  <a:pt x="1097756" y="418152"/>
                </a:lnTo>
                <a:lnTo>
                  <a:pt x="0" y="418152"/>
                </a:lnTo>
                <a:lnTo>
                  <a:pt x="0" y="418152"/>
                </a:lnTo>
                <a:lnTo>
                  <a:pt x="0" y="2382"/>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1">
              <a:solidFill>
                <a:schemeClr val="bg1"/>
              </a:solidFill>
              <a:cs typeface="Segoe UI" panose="020B0502040204020203" pitchFamily="34" charset="0"/>
            </a:endParaRPr>
          </a:p>
        </p:txBody>
      </p:sp>
      <p:sp>
        <p:nvSpPr>
          <p:cNvPr id="2" name="タイトル 1"/>
          <p:cNvSpPr>
            <a:spLocks noGrp="1"/>
          </p:cNvSpPr>
          <p:nvPr>
            <p:ph type="title"/>
          </p:nvPr>
        </p:nvSpPr>
        <p:spPr>
          <a:xfrm>
            <a:off x="1150144" y="254791"/>
            <a:ext cx="9728201" cy="415770"/>
          </a:xfrm>
        </p:spPr>
        <p:txBody>
          <a:bodyPr/>
          <a:lstStyle/>
          <a:p>
            <a:r>
              <a:rPr kumimoji="1" lang="en" altLang="en-US"/>
              <a:t>Master Title Formatting</a:t>
            </a:r>
          </a:p>
        </p:txBody>
      </p:sp>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p>
            <a:fld id="{A4345066-4952-40C1-BC8B-CE2851EC3EF2}" type="slidenum">
              <a:rPr lang="ja-JP" altLang="en-US" smtClean="0">
                <a:solidFill>
                  <a:schemeClr val="bg1">
                    <a:lumMod val="65000"/>
                  </a:schemeClr>
                </a:solidFill>
                <a:ea typeface="Yu Gothic UI Light" panose="020B0300000000000000" pitchFamily="50" charset="-128"/>
              </a:rPr>
              <a:pPr/>
              <a:t>‹#›</a:t>
            </a:fld>
            <a:endParaRPr lang="en-US" altLang="ja-JP" sz="1001">
              <a:solidFill>
                <a:schemeClr val="bg1">
                  <a:lumMod val="65000"/>
                </a:schemeClr>
              </a:solidFill>
              <a:ea typeface="Yu Gothic UI Light" panose="020B0300000000000000" pitchFamily="50" charset="-128"/>
            </a:endParaRPr>
          </a:p>
        </p:txBody>
      </p:sp>
      <p:sp>
        <p:nvSpPr>
          <p:cNvPr id="8" name="テキスト ボックス 7"/>
          <p:cNvSpPr txBox="1"/>
          <p:nvPr userDrawn="1"/>
        </p:nvSpPr>
        <p:spPr>
          <a:xfrm>
            <a:off x="335062" y="331872"/>
            <a:ext cx="748923" cy="261610"/>
          </a:xfrm>
          <a:prstGeom prst="rect">
            <a:avLst/>
          </a:prstGeom>
          <a:noFill/>
        </p:spPr>
        <p:txBody>
          <a:bodyPr wrap="none" rtlCol="0">
            <a:spAutoFit/>
          </a:bodyPr>
          <a:lstStyle/>
          <a:p>
            <a:r>
              <a:rPr kumimoji="1" lang="en" altLang="en-US" sz="1100">
                <a:solidFill>
                  <a:schemeClr val="bg1"/>
                </a:solidFill>
                <a:cs typeface="Segoe UI" panose="020B0502040204020203" pitchFamily="34" charset="0"/>
              </a:rPr>
              <a:t>Attachments</a:t>
            </a:r>
          </a:p>
        </p:txBody>
      </p:sp>
      <p:sp>
        <p:nvSpPr>
          <p:cNvPr id="9" name="テキスト プレースホルダー 5"/>
          <p:cNvSpPr>
            <a:spLocks noGrp="1"/>
          </p:cNvSpPr>
          <p:nvPr>
            <p:ph type="body" sz="quarter" idx="16" hasCustomPrompt="1"/>
          </p:nvPr>
        </p:nvSpPr>
        <p:spPr>
          <a:xfrm>
            <a:off x="2" y="6243639"/>
            <a:ext cx="12191997"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10" name="コンテンツ プレースホルダー 24"/>
          <p:cNvSpPr>
            <a:spLocks noGrp="1"/>
          </p:cNvSpPr>
          <p:nvPr>
            <p:ph sz="quarter" idx="17" hasCustomPrompt="1"/>
          </p:nvPr>
        </p:nvSpPr>
        <p:spPr>
          <a:xfrm>
            <a:off x="2" y="708845"/>
            <a:ext cx="12191997" cy="5491929"/>
          </a:xfrm>
          <a:prstGeom prst="rect">
            <a:avLst/>
          </a:prstGeom>
          <a:noFill/>
        </p:spPr>
        <p:txBody>
          <a:bodyPr lIns="720000" tIns="180000" rIns="720000" bIns="0" anchor="t" anchorCtr="0"/>
          <a:lstStyle>
            <a:lvl1pPr marL="0" indent="0" algn="l">
              <a:buFont typeface="Arial" panose="020B0604020202020204" pitchFamily="34" charset="0"/>
              <a:buNone/>
              <a:defRPr sz="1801" b="0">
                <a:solidFill>
                  <a:schemeClr val="tx1"/>
                </a:solidFill>
                <a:latin typeface="+mn-ea"/>
                <a:ea typeface="+mn-ea"/>
                <a:cs typeface="Segoe UI" panose="020B0502040204020203" pitchFamily="34" charset="0"/>
              </a:defRPr>
            </a:lvl1pPr>
            <a:lvl2pPr>
              <a:defRPr sz="1600">
                <a:latin typeface="+mn-ea"/>
                <a:ea typeface="+mn-ea"/>
                <a:cs typeface="Segoe UI" panose="020B0502040204020203" pitchFamily="34" charset="0"/>
              </a:defRPr>
            </a:lvl2pPr>
            <a:lvl3pPr>
              <a:defRPr sz="1401">
                <a:latin typeface="+mn-ea"/>
                <a:ea typeface="+mn-ea"/>
                <a:cs typeface="Segoe UI" panose="020B0502040204020203" pitchFamily="34" charset="0"/>
              </a:defRPr>
            </a:lvl3pPr>
            <a:lvl4pPr>
              <a:defRPr sz="1200">
                <a:latin typeface="+mn-ea"/>
                <a:ea typeface="+mn-ea"/>
                <a:cs typeface="Segoe UI" panose="020B0502040204020203" pitchFamily="34" charset="0"/>
              </a:defRPr>
            </a:lvl4pPr>
          </a:lstStyle>
          <a:p>
            <a:pPr lvl="0"/>
            <a:r>
              <a:rPr kumimoji="1" lang="en" altLang="en-US"/>
              <a:t>Enter the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Tree>
    <p:extLst>
      <p:ext uri="{BB962C8B-B14F-4D97-AF65-F5344CB8AC3E}">
        <p14:creationId xmlns:p14="http://schemas.microsoft.com/office/powerpoint/2010/main" val="13081161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斜め画像入りページ">
    <p:spTree>
      <p:nvGrpSpPr>
        <p:cNvPr id="1" name=""/>
        <p:cNvGrpSpPr/>
        <p:nvPr/>
      </p:nvGrpSpPr>
      <p:grpSpPr>
        <a:xfrm>
          <a:off x="0" y="0"/>
          <a:ext cx="0" cy="0"/>
          <a:chOff x="0" y="0"/>
          <a:chExt cx="0" cy="0"/>
        </a:xfrm>
      </p:grpSpPr>
      <p:sp>
        <p:nvSpPr>
          <p:cNvPr id="11" name="テキスト プレースホルダー 7"/>
          <p:cNvSpPr>
            <a:spLocks noGrp="1"/>
          </p:cNvSpPr>
          <p:nvPr>
            <p:ph type="body" sz="quarter" idx="47" hasCustomPrompt="1"/>
          </p:nvPr>
        </p:nvSpPr>
        <p:spPr>
          <a:xfrm>
            <a:off x="7642920" y="4032497"/>
            <a:ext cx="2942030" cy="492578"/>
          </a:xfrm>
          <a:prstGeom prst="rect">
            <a:avLst/>
          </a:prstGeom>
        </p:spPr>
        <p:txBody>
          <a:bodyPr bIns="288000" anchor="b"/>
          <a:lstStyle>
            <a:lvl1pPr algn="ctr">
              <a:lnSpc>
                <a:spcPts val="601"/>
              </a:lnSpc>
              <a:defRPr sz="1100" baseline="0">
                <a:solidFill>
                  <a:schemeClr val="tx1"/>
                </a:solidFill>
                <a:latin typeface="+mn-ea"/>
                <a:ea typeface="+mn-ea"/>
                <a:cs typeface="Segoe UI" panose="020B0502040204020203" pitchFamily="34" charset="0"/>
              </a:defRPr>
            </a:lvl1pPr>
          </a:lstStyle>
          <a:p>
            <a:pPr lvl="0"/>
            <a:r>
              <a:rPr kumimoji="1" lang="en" altLang="en-US"/>
              <a:t>Please use images that are not copyright-free.</a:t>
            </a:r>
            <a:endParaRPr kumimoji="1" lang="en-US" altLang="ja-JP"/>
          </a:p>
        </p:txBody>
      </p:sp>
      <p:sp>
        <p:nvSpPr>
          <p:cNvPr id="12" name="テキスト プレースホルダー 7"/>
          <p:cNvSpPr>
            <a:spLocks noGrp="1"/>
          </p:cNvSpPr>
          <p:nvPr>
            <p:ph type="body" sz="quarter" idx="48" hasCustomPrompt="1"/>
          </p:nvPr>
        </p:nvSpPr>
        <p:spPr>
          <a:xfrm>
            <a:off x="7642920" y="4034607"/>
            <a:ext cx="2942029" cy="492578"/>
          </a:xfrm>
          <a:prstGeom prst="rect">
            <a:avLst/>
          </a:prstGeom>
        </p:spPr>
        <p:txBody>
          <a:bodyPr anchor="b"/>
          <a:lstStyle>
            <a:lvl1pPr algn="ctr">
              <a:lnSpc>
                <a:spcPts val="601"/>
              </a:lnSpc>
              <a:defRPr sz="1100" baseline="0">
                <a:solidFill>
                  <a:schemeClr val="tx1"/>
                </a:solidFill>
                <a:latin typeface="+mn-ea"/>
                <a:ea typeface="+mn-ea"/>
                <a:cs typeface="Segoe UI" panose="020B0502040204020203" pitchFamily="34" charset="0"/>
              </a:defRPr>
            </a:lvl1pPr>
          </a:lstStyle>
          <a:p>
            <a:pPr lvl="0"/>
            <a:r>
              <a:rPr kumimoji="1" lang="en" altLang="ja-JP"/>
              <a:t>We recommend using images downloaded from GML.</a:t>
            </a:r>
            <a:endParaRPr kumimoji="1" lang="en-US" altLang="ja-JP"/>
          </a:p>
        </p:txBody>
      </p:sp>
      <p:sp>
        <p:nvSpPr>
          <p:cNvPr id="13" name="図プレースホルダー 6"/>
          <p:cNvSpPr>
            <a:spLocks noGrp="1"/>
          </p:cNvSpPr>
          <p:nvPr>
            <p:ph type="pic" sz="quarter" idx="15" hasCustomPrompt="1"/>
          </p:nvPr>
        </p:nvSpPr>
        <p:spPr bwMode="white">
          <a:xfrm>
            <a:off x="6061844" y="-1588"/>
            <a:ext cx="6131279" cy="6861190"/>
          </a:xfrm>
          <a:custGeom>
            <a:avLst/>
            <a:gdLst>
              <a:gd name="connsiteX0" fmla="*/ 1017079 w 6102350"/>
              <a:gd name="connsiteY0" fmla="*/ 0 h 6864350"/>
              <a:gd name="connsiteX1" fmla="*/ 5085271 w 6102350"/>
              <a:gd name="connsiteY1" fmla="*/ 0 h 6864350"/>
              <a:gd name="connsiteX2" fmla="*/ 6102350 w 6102350"/>
              <a:gd name="connsiteY2" fmla="*/ 1017079 h 6864350"/>
              <a:gd name="connsiteX3" fmla="*/ 6102350 w 6102350"/>
              <a:gd name="connsiteY3" fmla="*/ 6864350 h 6864350"/>
              <a:gd name="connsiteX4" fmla="*/ 6102350 w 6102350"/>
              <a:gd name="connsiteY4" fmla="*/ 6864350 h 6864350"/>
              <a:gd name="connsiteX5" fmla="*/ 0 w 6102350"/>
              <a:gd name="connsiteY5" fmla="*/ 6864350 h 6864350"/>
              <a:gd name="connsiteX6" fmla="*/ 0 w 6102350"/>
              <a:gd name="connsiteY6" fmla="*/ 6864350 h 6864350"/>
              <a:gd name="connsiteX7" fmla="*/ 0 w 6102350"/>
              <a:gd name="connsiteY7" fmla="*/ 1017079 h 6864350"/>
              <a:gd name="connsiteX8" fmla="*/ 1017079 w 6102350"/>
              <a:gd name="connsiteY8" fmla="*/ 0 h 6864350"/>
              <a:gd name="connsiteX0" fmla="*/ 1017079 w 6102350"/>
              <a:gd name="connsiteY0" fmla="*/ 0 h 6864350"/>
              <a:gd name="connsiteX1" fmla="*/ 6102350 w 6102350"/>
              <a:gd name="connsiteY1" fmla="*/ 1017079 h 6864350"/>
              <a:gd name="connsiteX2" fmla="*/ 6102350 w 6102350"/>
              <a:gd name="connsiteY2" fmla="*/ 6864350 h 6864350"/>
              <a:gd name="connsiteX3" fmla="*/ 6102350 w 6102350"/>
              <a:gd name="connsiteY3" fmla="*/ 6864350 h 6864350"/>
              <a:gd name="connsiteX4" fmla="*/ 0 w 6102350"/>
              <a:gd name="connsiteY4" fmla="*/ 6864350 h 6864350"/>
              <a:gd name="connsiteX5" fmla="*/ 0 w 6102350"/>
              <a:gd name="connsiteY5" fmla="*/ 6864350 h 6864350"/>
              <a:gd name="connsiteX6" fmla="*/ 0 w 6102350"/>
              <a:gd name="connsiteY6" fmla="*/ 1017079 h 6864350"/>
              <a:gd name="connsiteX7" fmla="*/ 1017079 w 6102350"/>
              <a:gd name="connsiteY7" fmla="*/ 0 h 6864350"/>
              <a:gd name="connsiteX0" fmla="*/ 1017079 w 6110663"/>
              <a:gd name="connsiteY0" fmla="*/ 0 h 6864350"/>
              <a:gd name="connsiteX1" fmla="*/ 6110663 w 6110663"/>
              <a:gd name="connsiteY1" fmla="*/ 2926 h 6864350"/>
              <a:gd name="connsiteX2" fmla="*/ 6102350 w 6110663"/>
              <a:gd name="connsiteY2" fmla="*/ 6864350 h 6864350"/>
              <a:gd name="connsiteX3" fmla="*/ 6102350 w 6110663"/>
              <a:gd name="connsiteY3" fmla="*/ 6864350 h 6864350"/>
              <a:gd name="connsiteX4" fmla="*/ 0 w 6110663"/>
              <a:gd name="connsiteY4" fmla="*/ 6864350 h 6864350"/>
              <a:gd name="connsiteX5" fmla="*/ 0 w 6110663"/>
              <a:gd name="connsiteY5" fmla="*/ 6864350 h 6864350"/>
              <a:gd name="connsiteX6" fmla="*/ 0 w 6110663"/>
              <a:gd name="connsiteY6" fmla="*/ 1017079 h 6864350"/>
              <a:gd name="connsiteX7" fmla="*/ 1017079 w 6110663"/>
              <a:gd name="connsiteY7" fmla="*/ 0 h 6864350"/>
              <a:gd name="connsiteX0" fmla="*/ 2155923 w 6110663"/>
              <a:gd name="connsiteY0" fmla="*/ 5387 h 6861424"/>
              <a:gd name="connsiteX1" fmla="*/ 6110663 w 6110663"/>
              <a:gd name="connsiteY1" fmla="*/ 0 h 6861424"/>
              <a:gd name="connsiteX2" fmla="*/ 6102350 w 6110663"/>
              <a:gd name="connsiteY2" fmla="*/ 6861424 h 6861424"/>
              <a:gd name="connsiteX3" fmla="*/ 6102350 w 6110663"/>
              <a:gd name="connsiteY3" fmla="*/ 6861424 h 6861424"/>
              <a:gd name="connsiteX4" fmla="*/ 0 w 6110663"/>
              <a:gd name="connsiteY4" fmla="*/ 6861424 h 6861424"/>
              <a:gd name="connsiteX5" fmla="*/ 0 w 6110663"/>
              <a:gd name="connsiteY5" fmla="*/ 6861424 h 6861424"/>
              <a:gd name="connsiteX6" fmla="*/ 0 w 6110663"/>
              <a:gd name="connsiteY6" fmla="*/ 1014153 h 6861424"/>
              <a:gd name="connsiteX7" fmla="*/ 2155923 w 6110663"/>
              <a:gd name="connsiteY7" fmla="*/ 5387 h 6861424"/>
              <a:gd name="connsiteX0" fmla="*/ 2155923 w 6110663"/>
              <a:gd name="connsiteY0" fmla="*/ 5387 h 6861424"/>
              <a:gd name="connsiteX1" fmla="*/ 6110663 w 6110663"/>
              <a:gd name="connsiteY1" fmla="*/ 0 h 6861424"/>
              <a:gd name="connsiteX2" fmla="*/ 6102350 w 6110663"/>
              <a:gd name="connsiteY2" fmla="*/ 6861424 h 6861424"/>
              <a:gd name="connsiteX3" fmla="*/ 6102350 w 6110663"/>
              <a:gd name="connsiteY3" fmla="*/ 6861424 h 6861424"/>
              <a:gd name="connsiteX4" fmla="*/ 0 w 6110663"/>
              <a:gd name="connsiteY4" fmla="*/ 6861424 h 6861424"/>
              <a:gd name="connsiteX5" fmla="*/ 0 w 6110663"/>
              <a:gd name="connsiteY5" fmla="*/ 6861424 h 6861424"/>
              <a:gd name="connsiteX6" fmla="*/ 299259 w 6110663"/>
              <a:gd name="connsiteY6" fmla="*/ 5951913 h 6861424"/>
              <a:gd name="connsiteX7" fmla="*/ 2155923 w 6110663"/>
              <a:gd name="connsiteY7" fmla="*/ 5387 h 6861424"/>
              <a:gd name="connsiteX0" fmla="*/ 2155923 w 6110663"/>
              <a:gd name="connsiteY0" fmla="*/ 5387 h 6861424"/>
              <a:gd name="connsiteX1" fmla="*/ 6110663 w 6110663"/>
              <a:gd name="connsiteY1" fmla="*/ 0 h 6861424"/>
              <a:gd name="connsiteX2" fmla="*/ 6102350 w 6110663"/>
              <a:gd name="connsiteY2" fmla="*/ 6861424 h 6861424"/>
              <a:gd name="connsiteX3" fmla="*/ 6102350 w 6110663"/>
              <a:gd name="connsiteY3" fmla="*/ 6861424 h 6861424"/>
              <a:gd name="connsiteX4" fmla="*/ 0 w 6110663"/>
              <a:gd name="connsiteY4" fmla="*/ 6861424 h 6861424"/>
              <a:gd name="connsiteX5" fmla="*/ 0 w 6110663"/>
              <a:gd name="connsiteY5" fmla="*/ 6861424 h 6861424"/>
              <a:gd name="connsiteX6" fmla="*/ 2155923 w 6110663"/>
              <a:gd name="connsiteY6" fmla="*/ 5387 h 6861424"/>
              <a:gd name="connsiteX0" fmla="*/ 2205800 w 6110663"/>
              <a:gd name="connsiteY0" fmla="*/ 13700 h 6861424"/>
              <a:gd name="connsiteX1" fmla="*/ 6110663 w 6110663"/>
              <a:gd name="connsiteY1" fmla="*/ 0 h 6861424"/>
              <a:gd name="connsiteX2" fmla="*/ 6102350 w 6110663"/>
              <a:gd name="connsiteY2" fmla="*/ 6861424 h 6861424"/>
              <a:gd name="connsiteX3" fmla="*/ 6102350 w 6110663"/>
              <a:gd name="connsiteY3" fmla="*/ 6861424 h 6861424"/>
              <a:gd name="connsiteX4" fmla="*/ 0 w 6110663"/>
              <a:gd name="connsiteY4" fmla="*/ 6861424 h 6861424"/>
              <a:gd name="connsiteX5" fmla="*/ 0 w 6110663"/>
              <a:gd name="connsiteY5" fmla="*/ 6861424 h 6861424"/>
              <a:gd name="connsiteX6" fmla="*/ 2205800 w 6110663"/>
              <a:gd name="connsiteY6" fmla="*/ 13700 h 6861424"/>
              <a:gd name="connsiteX0" fmla="*/ 2205800 w 6110663"/>
              <a:gd name="connsiteY0" fmla="*/ 0 h 6863673"/>
              <a:gd name="connsiteX1" fmla="*/ 6110663 w 6110663"/>
              <a:gd name="connsiteY1" fmla="*/ 2249 h 6863673"/>
              <a:gd name="connsiteX2" fmla="*/ 6102350 w 6110663"/>
              <a:gd name="connsiteY2" fmla="*/ 6863673 h 6863673"/>
              <a:gd name="connsiteX3" fmla="*/ 6102350 w 6110663"/>
              <a:gd name="connsiteY3" fmla="*/ 6863673 h 6863673"/>
              <a:gd name="connsiteX4" fmla="*/ 0 w 6110663"/>
              <a:gd name="connsiteY4" fmla="*/ 6863673 h 6863673"/>
              <a:gd name="connsiteX5" fmla="*/ 0 w 6110663"/>
              <a:gd name="connsiteY5" fmla="*/ 6863673 h 6863673"/>
              <a:gd name="connsiteX6" fmla="*/ 2205800 w 6110663"/>
              <a:gd name="connsiteY6" fmla="*/ 0 h 6863673"/>
              <a:gd name="connsiteX0" fmla="*/ 2205800 w 6121295"/>
              <a:gd name="connsiteY0" fmla="*/ 3067 h 6866740"/>
              <a:gd name="connsiteX1" fmla="*/ 6121295 w 6121295"/>
              <a:gd name="connsiteY1" fmla="*/ 0 h 6866740"/>
              <a:gd name="connsiteX2" fmla="*/ 6102350 w 6121295"/>
              <a:gd name="connsiteY2" fmla="*/ 6866740 h 6866740"/>
              <a:gd name="connsiteX3" fmla="*/ 6102350 w 6121295"/>
              <a:gd name="connsiteY3" fmla="*/ 6866740 h 6866740"/>
              <a:gd name="connsiteX4" fmla="*/ 0 w 6121295"/>
              <a:gd name="connsiteY4" fmla="*/ 6866740 h 6866740"/>
              <a:gd name="connsiteX5" fmla="*/ 0 w 6121295"/>
              <a:gd name="connsiteY5" fmla="*/ 6866740 h 6866740"/>
              <a:gd name="connsiteX6" fmla="*/ 2205800 w 6121295"/>
              <a:gd name="connsiteY6" fmla="*/ 3067 h 6866740"/>
              <a:gd name="connsiteX0" fmla="*/ 2205800 w 6134100"/>
              <a:gd name="connsiteY0" fmla="*/ 3067 h 6866740"/>
              <a:gd name="connsiteX1" fmla="*/ 6121295 w 6134100"/>
              <a:gd name="connsiteY1" fmla="*/ 0 h 6866740"/>
              <a:gd name="connsiteX2" fmla="*/ 6102350 w 6134100"/>
              <a:gd name="connsiteY2" fmla="*/ 6866740 h 6866740"/>
              <a:gd name="connsiteX3" fmla="*/ 6134100 w 6134100"/>
              <a:gd name="connsiteY3" fmla="*/ 6866740 h 6866740"/>
              <a:gd name="connsiteX4" fmla="*/ 0 w 6134100"/>
              <a:gd name="connsiteY4" fmla="*/ 6866740 h 6866740"/>
              <a:gd name="connsiteX5" fmla="*/ 0 w 6134100"/>
              <a:gd name="connsiteY5" fmla="*/ 6866740 h 6866740"/>
              <a:gd name="connsiteX6" fmla="*/ 2205800 w 6134100"/>
              <a:gd name="connsiteY6" fmla="*/ 3067 h 6866740"/>
              <a:gd name="connsiteX0" fmla="*/ 2205800 w 6121295"/>
              <a:gd name="connsiteY0" fmla="*/ 3067 h 6866740"/>
              <a:gd name="connsiteX1" fmla="*/ 6121295 w 6121295"/>
              <a:gd name="connsiteY1" fmla="*/ 0 h 6866740"/>
              <a:gd name="connsiteX2" fmla="*/ 6102350 w 6121295"/>
              <a:gd name="connsiteY2" fmla="*/ 6866740 h 6866740"/>
              <a:gd name="connsiteX3" fmla="*/ 0 w 6121295"/>
              <a:gd name="connsiteY3" fmla="*/ 6866740 h 6866740"/>
              <a:gd name="connsiteX4" fmla="*/ 0 w 6121295"/>
              <a:gd name="connsiteY4" fmla="*/ 6866740 h 6866740"/>
              <a:gd name="connsiteX5" fmla="*/ 2205800 w 6121295"/>
              <a:gd name="connsiteY5" fmla="*/ 3067 h 6866740"/>
              <a:gd name="connsiteX0" fmla="*/ 2205800 w 6134100"/>
              <a:gd name="connsiteY0" fmla="*/ 3067 h 6873090"/>
              <a:gd name="connsiteX1" fmla="*/ 6121295 w 6134100"/>
              <a:gd name="connsiteY1" fmla="*/ 0 h 6873090"/>
              <a:gd name="connsiteX2" fmla="*/ 6134100 w 6134100"/>
              <a:gd name="connsiteY2" fmla="*/ 6873090 h 6873090"/>
              <a:gd name="connsiteX3" fmla="*/ 0 w 6134100"/>
              <a:gd name="connsiteY3" fmla="*/ 6866740 h 6873090"/>
              <a:gd name="connsiteX4" fmla="*/ 0 w 6134100"/>
              <a:gd name="connsiteY4" fmla="*/ 6866740 h 6873090"/>
              <a:gd name="connsiteX5" fmla="*/ 2205800 w 6134100"/>
              <a:gd name="connsiteY5" fmla="*/ 3067 h 6873090"/>
              <a:gd name="connsiteX0" fmla="*/ 2131630 w 6134100"/>
              <a:gd name="connsiteY0" fmla="*/ 11258 h 6873090"/>
              <a:gd name="connsiteX1" fmla="*/ 6121295 w 6134100"/>
              <a:gd name="connsiteY1" fmla="*/ 0 h 6873090"/>
              <a:gd name="connsiteX2" fmla="*/ 6134100 w 6134100"/>
              <a:gd name="connsiteY2" fmla="*/ 6873090 h 6873090"/>
              <a:gd name="connsiteX3" fmla="*/ 0 w 6134100"/>
              <a:gd name="connsiteY3" fmla="*/ 6866740 h 6873090"/>
              <a:gd name="connsiteX4" fmla="*/ 0 w 6134100"/>
              <a:gd name="connsiteY4" fmla="*/ 6866740 h 6873090"/>
              <a:gd name="connsiteX5" fmla="*/ 2131630 w 6134100"/>
              <a:gd name="connsiteY5" fmla="*/ 11258 h 6873090"/>
              <a:gd name="connsiteX0" fmla="*/ 2194717 w 6134100"/>
              <a:gd name="connsiteY0" fmla="*/ 807 h 6873090"/>
              <a:gd name="connsiteX1" fmla="*/ 6121295 w 6134100"/>
              <a:gd name="connsiteY1" fmla="*/ 0 h 6873090"/>
              <a:gd name="connsiteX2" fmla="*/ 6134100 w 6134100"/>
              <a:gd name="connsiteY2" fmla="*/ 6873090 h 6873090"/>
              <a:gd name="connsiteX3" fmla="*/ 0 w 6134100"/>
              <a:gd name="connsiteY3" fmla="*/ 6866740 h 6873090"/>
              <a:gd name="connsiteX4" fmla="*/ 0 w 6134100"/>
              <a:gd name="connsiteY4" fmla="*/ 6866740 h 6873090"/>
              <a:gd name="connsiteX5" fmla="*/ 2194717 w 6134100"/>
              <a:gd name="connsiteY5" fmla="*/ 807 h 6873090"/>
              <a:gd name="connsiteX0" fmla="*/ 2194717 w 6141201"/>
              <a:gd name="connsiteY0" fmla="*/ 807 h 6873090"/>
              <a:gd name="connsiteX1" fmla="*/ 6140422 w 6141201"/>
              <a:gd name="connsiteY1" fmla="*/ 0 h 6873090"/>
              <a:gd name="connsiteX2" fmla="*/ 6134100 w 6141201"/>
              <a:gd name="connsiteY2" fmla="*/ 6873090 h 6873090"/>
              <a:gd name="connsiteX3" fmla="*/ 0 w 6141201"/>
              <a:gd name="connsiteY3" fmla="*/ 6866740 h 6873090"/>
              <a:gd name="connsiteX4" fmla="*/ 0 w 6141201"/>
              <a:gd name="connsiteY4" fmla="*/ 6866740 h 6873090"/>
              <a:gd name="connsiteX5" fmla="*/ 2194717 w 6141201"/>
              <a:gd name="connsiteY5" fmla="*/ 807 h 6873090"/>
              <a:gd name="connsiteX0" fmla="*/ 2194717 w 6144726"/>
              <a:gd name="connsiteY0" fmla="*/ 807 h 6873090"/>
              <a:gd name="connsiteX1" fmla="*/ 6140422 w 6144726"/>
              <a:gd name="connsiteY1" fmla="*/ 0 h 6873090"/>
              <a:gd name="connsiteX2" fmla="*/ 6144726 w 6144726"/>
              <a:gd name="connsiteY2" fmla="*/ 6873090 h 6873090"/>
              <a:gd name="connsiteX3" fmla="*/ 0 w 6144726"/>
              <a:gd name="connsiteY3" fmla="*/ 6866740 h 6873090"/>
              <a:gd name="connsiteX4" fmla="*/ 0 w 6144726"/>
              <a:gd name="connsiteY4" fmla="*/ 6866740 h 6873090"/>
              <a:gd name="connsiteX5" fmla="*/ 2194717 w 6144726"/>
              <a:gd name="connsiteY5" fmla="*/ 807 h 6873090"/>
              <a:gd name="connsiteX0" fmla="*/ 2194717 w 6146383"/>
              <a:gd name="connsiteY0" fmla="*/ 2398 h 6874681"/>
              <a:gd name="connsiteX1" fmla="*/ 6145204 w 6146383"/>
              <a:gd name="connsiteY1" fmla="*/ 0 h 6874681"/>
              <a:gd name="connsiteX2" fmla="*/ 6144726 w 6146383"/>
              <a:gd name="connsiteY2" fmla="*/ 6874681 h 6874681"/>
              <a:gd name="connsiteX3" fmla="*/ 0 w 6146383"/>
              <a:gd name="connsiteY3" fmla="*/ 6868331 h 6874681"/>
              <a:gd name="connsiteX4" fmla="*/ 0 w 6146383"/>
              <a:gd name="connsiteY4" fmla="*/ 6868331 h 6874681"/>
              <a:gd name="connsiteX5" fmla="*/ 2194717 w 6146383"/>
              <a:gd name="connsiteY5" fmla="*/ 2398 h 6874681"/>
              <a:gd name="connsiteX0" fmla="*/ 2204280 w 6155946"/>
              <a:gd name="connsiteY0" fmla="*/ 2398 h 6879469"/>
              <a:gd name="connsiteX1" fmla="*/ 6154767 w 6155946"/>
              <a:gd name="connsiteY1" fmla="*/ 0 h 6879469"/>
              <a:gd name="connsiteX2" fmla="*/ 6154289 w 6155946"/>
              <a:gd name="connsiteY2" fmla="*/ 6874681 h 6879469"/>
              <a:gd name="connsiteX3" fmla="*/ 9563 w 6155946"/>
              <a:gd name="connsiteY3" fmla="*/ 6868331 h 6879469"/>
              <a:gd name="connsiteX4" fmla="*/ 0 w 6155946"/>
              <a:gd name="connsiteY4" fmla="*/ 6879469 h 6879469"/>
              <a:gd name="connsiteX5" fmla="*/ 2204280 w 6155946"/>
              <a:gd name="connsiteY5" fmla="*/ 2398 h 6879469"/>
              <a:gd name="connsiteX0" fmla="*/ 2204280 w 6155946"/>
              <a:gd name="connsiteY0" fmla="*/ 2398 h 6879469"/>
              <a:gd name="connsiteX1" fmla="*/ 6154767 w 6155946"/>
              <a:gd name="connsiteY1" fmla="*/ 0 h 6879469"/>
              <a:gd name="connsiteX2" fmla="*/ 6154289 w 6155946"/>
              <a:gd name="connsiteY2" fmla="*/ 6874681 h 6879469"/>
              <a:gd name="connsiteX3" fmla="*/ 0 w 6155946"/>
              <a:gd name="connsiteY3" fmla="*/ 6879469 h 6879469"/>
              <a:gd name="connsiteX4" fmla="*/ 2204280 w 6155946"/>
              <a:gd name="connsiteY4" fmla="*/ 2398 h 6879469"/>
              <a:gd name="connsiteX0" fmla="*/ 2204280 w 6155946"/>
              <a:gd name="connsiteY0" fmla="*/ 2398 h 6876287"/>
              <a:gd name="connsiteX1" fmla="*/ 6154767 w 6155946"/>
              <a:gd name="connsiteY1" fmla="*/ 0 h 6876287"/>
              <a:gd name="connsiteX2" fmla="*/ 6154289 w 6155946"/>
              <a:gd name="connsiteY2" fmla="*/ 6874681 h 6876287"/>
              <a:gd name="connsiteX3" fmla="*/ 0 w 6155946"/>
              <a:gd name="connsiteY3" fmla="*/ 6876287 h 6876287"/>
              <a:gd name="connsiteX4" fmla="*/ 2204280 w 6155946"/>
              <a:gd name="connsiteY4" fmla="*/ 2398 h 6876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55946" h="6876287">
                <a:moveTo>
                  <a:pt x="2204280" y="2398"/>
                </a:moveTo>
                <a:lnTo>
                  <a:pt x="6154767" y="0"/>
                </a:lnTo>
                <a:cubicBezTo>
                  <a:pt x="6159035" y="2291030"/>
                  <a:pt x="6150021" y="4583651"/>
                  <a:pt x="6154289" y="6874681"/>
                </a:cubicBezTo>
                <a:lnTo>
                  <a:pt x="0" y="6876287"/>
                </a:lnTo>
                <a:lnTo>
                  <a:pt x="2204280" y="2398"/>
                </a:lnTo>
                <a:close/>
              </a:path>
            </a:pathLst>
          </a:custGeom>
          <a:solidFill>
            <a:schemeClr val="tx2">
              <a:alpha val="70000"/>
            </a:schemeClr>
          </a:solidFill>
        </p:spPr>
        <p:txBody>
          <a:bodyPr lIns="0" tIns="0" rIns="0" bIns="900000" anchor="ctr"/>
          <a:lstStyle>
            <a:lvl1pPr marL="0" marR="0" indent="0" algn="ctr" defTabSz="914423" rtl="0" eaLnBrk="1" fontAlgn="auto" latinLnBrk="0" hangingPunct="1">
              <a:lnSpc>
                <a:spcPct val="90000"/>
              </a:lnSpc>
              <a:spcBef>
                <a:spcPts val="1001"/>
              </a:spcBef>
              <a:spcAft>
                <a:spcPts val="0"/>
              </a:spcAft>
              <a:buClrTx/>
              <a:buSzTx/>
              <a:buFont typeface="Arial" panose="020B0604020202020204" pitchFamily="34" charset="0"/>
              <a:buNone/>
              <a:tabLst/>
              <a:defRPr sz="2000">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stStyle>
          <a:p>
            <a:r>
              <a:rPr kumimoji="1" lang="en" altLang="ja-JP"/>
              <a:t>Click to add a picture.</a:t>
            </a:r>
            <a:endParaRPr kumimoji="1" lang="ja-JP" altLang="en-US"/>
          </a:p>
        </p:txBody>
      </p:sp>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a:xfrm>
            <a:off x="11179742" y="6332075"/>
            <a:ext cx="736034" cy="365125"/>
          </a:xfrm>
        </p:spPr>
        <p:txBody>
          <a:bodyPr/>
          <a:lstStyle>
            <a:lvl1pPr>
              <a:defRPr sz="1401">
                <a:solidFill>
                  <a:schemeClr val="bg1"/>
                </a:solidFill>
              </a:defRPr>
            </a:lvl1pPr>
          </a:lstStyle>
          <a:p>
            <a:fld id="{A4345066-4952-40C1-BC8B-CE2851EC3EF2}" type="slidenum">
              <a:rPr lang="ja-JP" altLang="en-US" smtClean="0">
                <a:ea typeface="Yu Gothic UI Light" panose="020B0300000000000000" pitchFamily="50" charset="-128"/>
              </a:rPr>
              <a:pPr/>
              <a:t>‹#›</a:t>
            </a:fld>
            <a:endParaRPr lang="en-US" altLang="ja-JP" sz="900">
              <a:ea typeface="Yu Gothic UI Light" panose="020B0300000000000000" pitchFamily="50" charset="-128"/>
            </a:endParaRPr>
          </a:p>
        </p:txBody>
      </p:sp>
      <p:sp>
        <p:nvSpPr>
          <p:cNvPr id="6" name="テキスト プレースホルダー 8"/>
          <p:cNvSpPr>
            <a:spLocks noGrp="1"/>
          </p:cNvSpPr>
          <p:nvPr>
            <p:ph type="body" sz="quarter" idx="23" hasCustomPrompt="1"/>
          </p:nvPr>
        </p:nvSpPr>
        <p:spPr>
          <a:xfrm>
            <a:off x="706684" y="1368113"/>
            <a:ext cx="6602123" cy="4067132"/>
          </a:xfrm>
          <a:prstGeom prst="rect">
            <a:avLst/>
          </a:prstGeom>
        </p:spPr>
        <p:txBody>
          <a:bodyPr lIns="0" tIns="0" rIns="0" bIns="0"/>
          <a:lstStyle>
            <a:lvl1pPr algn="l">
              <a:lnSpc>
                <a:spcPct val="100000"/>
              </a:lnSpc>
              <a:spcBef>
                <a:spcPts val="0"/>
              </a:spcBef>
              <a:defRPr sz="1801">
                <a:latin typeface="+mn-ea"/>
                <a:ea typeface="+mn-ea"/>
                <a:cs typeface="Segoe UI" panose="020B0502040204020203" pitchFamily="34" charset="0"/>
              </a:defRPr>
            </a:lvl1pPr>
            <a:lvl2pPr>
              <a:lnSpc>
                <a:spcPct val="100000"/>
              </a:lnSpc>
              <a:defRPr sz="1600">
                <a:latin typeface="+mn-ea"/>
                <a:ea typeface="+mn-ea"/>
                <a:cs typeface="Segoe UI" panose="020B0502040204020203" pitchFamily="34" charset="0"/>
              </a:defRPr>
            </a:lvl2pPr>
            <a:lvl3pPr>
              <a:lnSpc>
                <a:spcPct val="100000"/>
              </a:lnSpc>
              <a:defRPr sz="1401">
                <a:latin typeface="+mn-ea"/>
                <a:ea typeface="+mn-ea"/>
                <a:cs typeface="Segoe UI" panose="020B0502040204020203" pitchFamily="34" charset="0"/>
              </a:defRPr>
            </a:lvl3pPr>
            <a:lvl4pPr>
              <a:lnSpc>
                <a:spcPct val="100000"/>
              </a:lnSpc>
              <a:defRPr sz="1200">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7" name="テキスト プレースホルダー 13"/>
          <p:cNvSpPr>
            <a:spLocks noGrp="1"/>
          </p:cNvSpPr>
          <p:nvPr>
            <p:ph type="body" sz="quarter" idx="36" hasCustomPrompt="1"/>
          </p:nvPr>
        </p:nvSpPr>
        <p:spPr>
          <a:xfrm>
            <a:off x="10900343" y="296070"/>
            <a:ext cx="920294" cy="296869"/>
          </a:xfrm>
          <a:prstGeom prst="rect">
            <a:avLst/>
          </a:prstGeom>
          <a:blipFill>
            <a:blip r:embed="rId2"/>
            <a:stretch>
              <a:fillRect/>
            </a:stretch>
          </a:blipFill>
        </p:spPr>
        <p:txBody>
          <a:bodyPr/>
          <a:lstStyle>
            <a:lvl1pPr>
              <a:defRPr baseline="0">
                <a:cs typeface="Segoe UI" panose="020B0502040204020203" pitchFamily="34" charset="0"/>
              </a:defRPr>
            </a:lvl1pPr>
          </a:lstStyle>
          <a:p>
            <a:pPr lvl="0"/>
            <a:r>
              <a:rPr kumimoji="1" lang="en-US" altLang="ja-JP"/>
              <a:t> </a:t>
            </a:r>
            <a:endParaRPr kumimoji="1" lang="ja-JP" altLang="en-US"/>
          </a:p>
        </p:txBody>
      </p:sp>
      <p:sp>
        <p:nvSpPr>
          <p:cNvPr id="9" name="テキスト プレースホルダー 5"/>
          <p:cNvSpPr>
            <a:spLocks noGrp="1"/>
          </p:cNvSpPr>
          <p:nvPr>
            <p:ph type="body" sz="quarter" idx="16" hasCustomPrompt="1"/>
          </p:nvPr>
        </p:nvSpPr>
        <p:spPr>
          <a:xfrm>
            <a:off x="1" y="6237288"/>
            <a:ext cx="12192000" cy="620712"/>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8" name="タイトル 7"/>
          <p:cNvSpPr>
            <a:spLocks noGrp="1"/>
          </p:cNvSpPr>
          <p:nvPr>
            <p:ph type="title"/>
          </p:nvPr>
        </p:nvSpPr>
        <p:spPr>
          <a:xfrm>
            <a:off x="0" y="820407"/>
            <a:ext cx="10806252" cy="415770"/>
          </a:xfrm>
        </p:spPr>
        <p:txBody>
          <a:bodyPr/>
          <a:lstStyle/>
          <a:p>
            <a:r>
              <a:rPr kumimoji="1" lang="en" altLang="en-US"/>
              <a:t>Master Title Formatting</a:t>
            </a:r>
          </a:p>
        </p:txBody>
      </p:sp>
    </p:spTree>
    <p:extLst>
      <p:ext uri="{BB962C8B-B14F-4D97-AF65-F5344CB8AC3E}">
        <p14:creationId xmlns:p14="http://schemas.microsoft.com/office/powerpoint/2010/main" val="16330949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全面画像">
    <p:spTree>
      <p:nvGrpSpPr>
        <p:cNvPr id="1" name=""/>
        <p:cNvGrpSpPr/>
        <p:nvPr/>
      </p:nvGrpSpPr>
      <p:grpSpPr>
        <a:xfrm>
          <a:off x="0" y="0"/>
          <a:ext cx="0" cy="0"/>
          <a:chOff x="0" y="0"/>
          <a:chExt cx="0" cy="0"/>
        </a:xfrm>
      </p:grpSpPr>
      <p:sp>
        <p:nvSpPr>
          <p:cNvPr id="14" name="テキスト プレースホルダー 7"/>
          <p:cNvSpPr>
            <a:spLocks noGrp="1"/>
          </p:cNvSpPr>
          <p:nvPr>
            <p:ph type="body" sz="quarter" idx="47" hasCustomPrompt="1"/>
          </p:nvPr>
        </p:nvSpPr>
        <p:spPr>
          <a:xfrm>
            <a:off x="2" y="0"/>
            <a:ext cx="12191998" cy="6858000"/>
          </a:xfrm>
          <a:prstGeom prst="rect">
            <a:avLst/>
          </a:prstGeom>
        </p:spPr>
        <p:txBody>
          <a:bodyPr tIns="4104000" bIns="756000" anchor="t"/>
          <a:lstStyle>
            <a:lvl1pPr algn="ctr">
              <a:lnSpc>
                <a:spcPts val="601"/>
              </a:lnSpc>
              <a:defRPr sz="1100" baseline="0">
                <a:solidFill>
                  <a:schemeClr val="tx1"/>
                </a:solidFill>
                <a:latin typeface="+mn-ea"/>
                <a:ea typeface="+mn-ea"/>
                <a:cs typeface="Segoe UI" panose="020B0502040204020203" pitchFamily="34" charset="0"/>
              </a:defRPr>
            </a:lvl1pPr>
          </a:lstStyle>
          <a:p>
            <a:pPr lvl="0"/>
            <a:r>
              <a:rPr kumimoji="1" lang="en" altLang="en-US"/>
              <a:t>Please use images that are not copyright-free.</a:t>
            </a:r>
            <a:endParaRPr kumimoji="1" lang="en-US" altLang="ja-JP"/>
          </a:p>
        </p:txBody>
      </p:sp>
      <p:sp>
        <p:nvSpPr>
          <p:cNvPr id="15" name="テキスト プレースホルダー 7"/>
          <p:cNvSpPr>
            <a:spLocks noGrp="1"/>
          </p:cNvSpPr>
          <p:nvPr>
            <p:ph type="body" sz="quarter" idx="48" hasCustomPrompt="1"/>
          </p:nvPr>
        </p:nvSpPr>
        <p:spPr>
          <a:xfrm>
            <a:off x="2" y="0"/>
            <a:ext cx="12191997" cy="6857999"/>
          </a:xfrm>
          <a:prstGeom prst="rect">
            <a:avLst/>
          </a:prstGeom>
        </p:spPr>
        <p:txBody>
          <a:bodyPr tIns="4320000" anchor="t"/>
          <a:lstStyle>
            <a:lvl1pPr algn="ctr">
              <a:lnSpc>
                <a:spcPts val="601"/>
              </a:lnSpc>
              <a:defRPr sz="1100" baseline="0">
                <a:solidFill>
                  <a:schemeClr val="tx1"/>
                </a:solidFill>
                <a:latin typeface="+mn-ea"/>
                <a:ea typeface="+mn-ea"/>
                <a:cs typeface="Segoe UI" panose="020B0502040204020203" pitchFamily="34" charset="0"/>
              </a:defRPr>
            </a:lvl1pPr>
          </a:lstStyle>
          <a:p>
            <a:pPr lvl="0"/>
            <a:r>
              <a:rPr kumimoji="1" lang="en" altLang="ja-JP"/>
              <a:t>We recommend using images downloaded from GML.</a:t>
            </a:r>
            <a:endParaRPr kumimoji="1" lang="en-US" altLang="ja-JP"/>
          </a:p>
        </p:txBody>
      </p:sp>
      <p:sp>
        <p:nvSpPr>
          <p:cNvPr id="12" name="図プレースホルダー 5"/>
          <p:cNvSpPr>
            <a:spLocks noGrp="1"/>
          </p:cNvSpPr>
          <p:nvPr>
            <p:ph type="pic" sz="quarter" idx="12" hasCustomPrompt="1"/>
          </p:nvPr>
        </p:nvSpPr>
        <p:spPr bwMode="white">
          <a:xfrm>
            <a:off x="0" y="0"/>
            <a:ext cx="12192000" cy="6858000"/>
          </a:xfrm>
          <a:prstGeom prst="rect">
            <a:avLst/>
          </a:prstGeom>
          <a:solidFill>
            <a:schemeClr val="tx2">
              <a:alpha val="70000"/>
            </a:schemeClr>
          </a:solidFill>
        </p:spPr>
        <p:txBody>
          <a:bodyPr lIns="0" tIns="0" rIns="0" bIns="900000" anchor="ctr"/>
          <a:lstStyle>
            <a:lvl1pPr algn="ctr">
              <a:defRPr sz="2000">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stStyle>
          <a:p>
            <a:r>
              <a:rPr kumimoji="1" lang="en" altLang="ja-JP"/>
              <a:t>Click to add a picture.</a:t>
            </a:r>
            <a:endParaRPr kumimoji="1" lang="ja-JP" altLang="en-US"/>
          </a:p>
        </p:txBody>
      </p:sp>
      <p:sp>
        <p:nvSpPr>
          <p:cNvPr id="6" name="テキスト プレースホルダー 4"/>
          <p:cNvSpPr>
            <a:spLocks noGrp="1"/>
          </p:cNvSpPr>
          <p:nvPr>
            <p:ph type="body" sz="quarter" idx="32" hasCustomPrompt="1"/>
          </p:nvPr>
        </p:nvSpPr>
        <p:spPr>
          <a:xfrm>
            <a:off x="195263" y="6226643"/>
            <a:ext cx="1046134" cy="598022"/>
          </a:xfrm>
          <a:prstGeom prst="rect">
            <a:avLst/>
          </a:prstGeom>
          <a:blipFill>
            <a:blip r:embed="rId2"/>
            <a:stretch>
              <a:fillRect/>
            </a:stretch>
          </a:blipFill>
        </p:spPr>
        <p:txBody>
          <a:bodyPr/>
          <a:lstStyle>
            <a:lvl1pPr>
              <a:defRPr>
                <a:cs typeface="Segoe UI" panose="020B0502040204020203" pitchFamily="34" charset="0"/>
              </a:defRPr>
            </a:lvl1pPr>
          </a:lstStyle>
          <a:p>
            <a:r>
              <a:rPr kumimoji="1" lang="ja-JP" altLang="en-US"/>
              <a:t>　</a:t>
            </a:r>
          </a:p>
        </p:txBody>
      </p:sp>
      <p:sp>
        <p:nvSpPr>
          <p:cNvPr id="7" name="テキスト プレースホルダー 4"/>
          <p:cNvSpPr>
            <a:spLocks noGrp="1"/>
          </p:cNvSpPr>
          <p:nvPr>
            <p:ph type="body" sz="quarter" idx="33" hasCustomPrompt="1"/>
          </p:nvPr>
        </p:nvSpPr>
        <p:spPr>
          <a:xfrm>
            <a:off x="1354931" y="6553200"/>
            <a:ext cx="1754982" cy="144615"/>
          </a:xfrm>
          <a:prstGeom prst="rect">
            <a:avLst/>
          </a:prstGeom>
          <a:blipFill>
            <a:blip r:embed="rId3"/>
            <a:stretch>
              <a:fillRect/>
            </a:stretch>
          </a:blipFill>
        </p:spPr>
        <p:txBody>
          <a:bodyPr/>
          <a:lstStyle>
            <a:lvl1pPr>
              <a:defRPr>
                <a:cs typeface="Segoe UI" panose="020B0502040204020203" pitchFamily="34" charset="0"/>
              </a:defRPr>
            </a:lvl1pPr>
          </a:lstStyle>
          <a:p>
            <a:pPr lvl="0"/>
            <a:r>
              <a:rPr kumimoji="1" lang="ja-JP" altLang="en-US"/>
              <a:t>　</a:t>
            </a:r>
          </a:p>
        </p:txBody>
      </p:sp>
      <p:sp>
        <p:nvSpPr>
          <p:cNvPr id="8" name="テキスト プレースホルダー 13"/>
          <p:cNvSpPr>
            <a:spLocks noGrp="1"/>
          </p:cNvSpPr>
          <p:nvPr>
            <p:ph type="body" sz="quarter" idx="36" hasCustomPrompt="1"/>
          </p:nvPr>
        </p:nvSpPr>
        <p:spPr>
          <a:xfrm>
            <a:off x="10900343" y="296070"/>
            <a:ext cx="920294" cy="296869"/>
          </a:xfrm>
          <a:prstGeom prst="rect">
            <a:avLst/>
          </a:prstGeom>
          <a:blipFill>
            <a:blip r:embed="rId4"/>
            <a:stretch>
              <a:fillRect/>
            </a:stretch>
          </a:blipFill>
        </p:spPr>
        <p:txBody>
          <a:bodyPr/>
          <a:lstStyle>
            <a:lvl1pPr>
              <a:defRPr baseline="0">
                <a:cs typeface="Segoe UI" panose="020B0502040204020203" pitchFamily="34" charset="0"/>
              </a:defRPr>
            </a:lvl1pPr>
          </a:lstStyle>
          <a:p>
            <a:pPr lvl="0"/>
            <a:r>
              <a:rPr kumimoji="1" lang="en-US" altLang="ja-JP"/>
              <a:t> </a:t>
            </a:r>
            <a:endParaRPr kumimoji="1" lang="ja-JP" altLang="en-US"/>
          </a:p>
        </p:txBody>
      </p:sp>
      <p:sp>
        <p:nvSpPr>
          <p:cNvPr id="3" name="フッター プレースホルダー 2"/>
          <p:cNvSpPr>
            <a:spLocks noGrp="1"/>
          </p:cNvSpPr>
          <p:nvPr>
            <p:ph type="ftr" sz="quarter" idx="10"/>
          </p:nvPr>
        </p:nvSpPr>
        <p:spPr/>
        <p:txBody>
          <a:bodyPr/>
          <a:lstStyle>
            <a:lvl1pPr>
              <a:defRPr>
                <a:solidFill>
                  <a:schemeClr val="bg1"/>
                </a:solidFill>
              </a:defRPr>
            </a:lvl1pPr>
          </a:lstStyle>
          <a:p>
            <a:r>
              <a:rPr lang="en" altLang="ja-JP">
                <a:cs typeface="Segoe UI" panose="020B0502040204020203" pitchFamily="34" charset="0"/>
              </a:rPr>
              <a:t>Title / Month XX, 2025 (Please enter from "Insert" → "Header and Footer")</a:t>
            </a:r>
          </a:p>
        </p:txBody>
      </p:sp>
      <p:sp>
        <p:nvSpPr>
          <p:cNvPr id="10" name="スライド番号プレースホルダー 3"/>
          <p:cNvSpPr>
            <a:spLocks noGrp="1"/>
          </p:cNvSpPr>
          <p:nvPr>
            <p:ph type="sldNum" sz="quarter" idx="11"/>
          </p:nvPr>
        </p:nvSpPr>
        <p:spPr>
          <a:xfrm>
            <a:off x="11179742" y="6332075"/>
            <a:ext cx="736034" cy="365125"/>
          </a:xfrm>
        </p:spPr>
        <p:txBody>
          <a:bodyPr/>
          <a:lstStyle>
            <a:lvl1pPr>
              <a:defRPr sz="1401">
                <a:solidFill>
                  <a:schemeClr val="bg1"/>
                </a:solidFill>
              </a:defRPr>
            </a:lvl1pPr>
          </a:lstStyle>
          <a:p>
            <a:fld id="{A4345066-4952-40C1-BC8B-CE2851EC3EF2}" type="slidenum">
              <a:rPr lang="ja-JP" altLang="en-US" smtClean="0">
                <a:ea typeface="Yu Gothic UI Light" panose="020B0300000000000000" pitchFamily="50" charset="-128"/>
              </a:rPr>
              <a:pPr/>
              <a:t>‹#›</a:t>
            </a:fld>
            <a:endParaRPr lang="en-US" altLang="ja-JP" sz="900">
              <a:ea typeface="Yu Gothic UI Light" panose="020B0300000000000000" pitchFamily="50" charset="-128"/>
            </a:endParaRPr>
          </a:p>
        </p:txBody>
      </p:sp>
    </p:spTree>
    <p:extLst>
      <p:ext uri="{BB962C8B-B14F-4D97-AF65-F5344CB8AC3E}">
        <p14:creationId xmlns:p14="http://schemas.microsoft.com/office/powerpoint/2010/main" val="35034210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締めくくり">
    <p:spTree>
      <p:nvGrpSpPr>
        <p:cNvPr id="1" name=""/>
        <p:cNvGrpSpPr/>
        <p:nvPr/>
      </p:nvGrpSpPr>
      <p:grpSpPr>
        <a:xfrm>
          <a:off x="0" y="0"/>
          <a:ext cx="0" cy="0"/>
          <a:chOff x="0" y="0"/>
          <a:chExt cx="0" cy="0"/>
        </a:xfrm>
      </p:grpSpPr>
      <p:sp>
        <p:nvSpPr>
          <p:cNvPr id="20" name="テキスト プレースホルダー 7"/>
          <p:cNvSpPr>
            <a:spLocks noGrp="1"/>
          </p:cNvSpPr>
          <p:nvPr>
            <p:ph type="body" sz="quarter" idx="47" hasCustomPrompt="1"/>
          </p:nvPr>
        </p:nvSpPr>
        <p:spPr>
          <a:xfrm>
            <a:off x="6610351" y="6350"/>
            <a:ext cx="5581650" cy="6851650"/>
          </a:xfrm>
          <a:prstGeom prst="rect">
            <a:avLst/>
          </a:prstGeom>
        </p:spPr>
        <p:txBody>
          <a:bodyPr lIns="0" tIns="4104000" rIns="2700000" bIns="756000" anchor="t"/>
          <a:lstStyle>
            <a:lvl1pPr algn="ctr">
              <a:lnSpc>
                <a:spcPts val="601"/>
              </a:lnSpc>
              <a:defRPr sz="1100" baseline="0">
                <a:solidFill>
                  <a:schemeClr val="tx1"/>
                </a:solidFill>
                <a:latin typeface="+mn-ea"/>
                <a:ea typeface="+mn-ea"/>
                <a:cs typeface="Segoe UI" panose="020B0502040204020203" pitchFamily="34" charset="0"/>
              </a:defRPr>
            </a:lvl1pPr>
          </a:lstStyle>
          <a:p>
            <a:pPr lvl="0"/>
            <a:r>
              <a:rPr kumimoji="1" lang="en" altLang="en-US"/>
              <a:t>Please use images that are not copyright-free.</a:t>
            </a:r>
            <a:endParaRPr kumimoji="1" lang="en-US" altLang="ja-JP"/>
          </a:p>
        </p:txBody>
      </p:sp>
      <p:sp>
        <p:nvSpPr>
          <p:cNvPr id="21" name="テキスト プレースホルダー 7"/>
          <p:cNvSpPr>
            <a:spLocks noGrp="1"/>
          </p:cNvSpPr>
          <p:nvPr>
            <p:ph type="body" sz="quarter" idx="48" hasCustomPrompt="1"/>
          </p:nvPr>
        </p:nvSpPr>
        <p:spPr>
          <a:xfrm>
            <a:off x="6610350" y="6350"/>
            <a:ext cx="5581651" cy="6851650"/>
          </a:xfrm>
          <a:prstGeom prst="rect">
            <a:avLst/>
          </a:prstGeom>
        </p:spPr>
        <p:txBody>
          <a:bodyPr lIns="0" tIns="4320000" rIns="2700000" anchor="t"/>
          <a:lstStyle>
            <a:lvl1pPr algn="ctr">
              <a:lnSpc>
                <a:spcPts val="601"/>
              </a:lnSpc>
              <a:defRPr sz="1100" baseline="0">
                <a:solidFill>
                  <a:schemeClr val="tx1"/>
                </a:solidFill>
                <a:latin typeface="+mn-ea"/>
                <a:ea typeface="+mn-ea"/>
                <a:cs typeface="Segoe UI" panose="020B0502040204020203" pitchFamily="34" charset="0"/>
              </a:defRPr>
            </a:lvl1pPr>
          </a:lstStyle>
          <a:p>
            <a:pPr lvl="0"/>
            <a:r>
              <a:rPr kumimoji="1" lang="en" altLang="ja-JP"/>
              <a:t>We recommend using images downloaded from GML.</a:t>
            </a:r>
            <a:endParaRPr kumimoji="1" lang="en-US" altLang="ja-JP"/>
          </a:p>
        </p:txBody>
      </p:sp>
      <p:sp>
        <p:nvSpPr>
          <p:cNvPr id="17" name="図プレースホルダー 2"/>
          <p:cNvSpPr>
            <a:spLocks noGrp="1"/>
          </p:cNvSpPr>
          <p:nvPr>
            <p:ph type="pic" sz="quarter" idx="17" hasCustomPrompt="1"/>
          </p:nvPr>
        </p:nvSpPr>
        <p:spPr bwMode="white">
          <a:xfrm>
            <a:off x="3581401" y="0"/>
            <a:ext cx="8613449" cy="6864349"/>
          </a:xfrm>
          <a:custGeom>
            <a:avLst/>
            <a:gdLst>
              <a:gd name="connsiteX0" fmla="*/ 1144081 w 8621713"/>
              <a:gd name="connsiteY0" fmla="*/ 0 h 6864350"/>
              <a:gd name="connsiteX1" fmla="*/ 7477632 w 8621713"/>
              <a:gd name="connsiteY1" fmla="*/ 0 h 6864350"/>
              <a:gd name="connsiteX2" fmla="*/ 8621713 w 8621713"/>
              <a:gd name="connsiteY2" fmla="*/ 1144081 h 6864350"/>
              <a:gd name="connsiteX3" fmla="*/ 8621713 w 8621713"/>
              <a:gd name="connsiteY3" fmla="*/ 6864350 h 6864350"/>
              <a:gd name="connsiteX4" fmla="*/ 8621713 w 8621713"/>
              <a:gd name="connsiteY4" fmla="*/ 6864350 h 6864350"/>
              <a:gd name="connsiteX5" fmla="*/ 0 w 8621713"/>
              <a:gd name="connsiteY5" fmla="*/ 6864350 h 6864350"/>
              <a:gd name="connsiteX6" fmla="*/ 0 w 8621713"/>
              <a:gd name="connsiteY6" fmla="*/ 6864350 h 6864350"/>
              <a:gd name="connsiteX7" fmla="*/ 0 w 8621713"/>
              <a:gd name="connsiteY7" fmla="*/ 1144081 h 6864350"/>
              <a:gd name="connsiteX8" fmla="*/ 1144081 w 8621713"/>
              <a:gd name="connsiteY8" fmla="*/ 0 h 6864350"/>
              <a:gd name="connsiteX0" fmla="*/ 1144081 w 8621713"/>
              <a:gd name="connsiteY0" fmla="*/ 0 h 6864350"/>
              <a:gd name="connsiteX1" fmla="*/ 8621713 w 8621713"/>
              <a:gd name="connsiteY1" fmla="*/ 1144081 h 6864350"/>
              <a:gd name="connsiteX2" fmla="*/ 8621713 w 8621713"/>
              <a:gd name="connsiteY2" fmla="*/ 6864350 h 6864350"/>
              <a:gd name="connsiteX3" fmla="*/ 8621713 w 8621713"/>
              <a:gd name="connsiteY3" fmla="*/ 6864350 h 6864350"/>
              <a:gd name="connsiteX4" fmla="*/ 0 w 8621713"/>
              <a:gd name="connsiteY4" fmla="*/ 6864350 h 6864350"/>
              <a:gd name="connsiteX5" fmla="*/ 0 w 8621713"/>
              <a:gd name="connsiteY5" fmla="*/ 6864350 h 6864350"/>
              <a:gd name="connsiteX6" fmla="*/ 0 w 8621713"/>
              <a:gd name="connsiteY6" fmla="*/ 1144081 h 6864350"/>
              <a:gd name="connsiteX7" fmla="*/ 1144081 w 8621713"/>
              <a:gd name="connsiteY7" fmla="*/ 0 h 6864350"/>
              <a:gd name="connsiteX0" fmla="*/ 1144081 w 8634413"/>
              <a:gd name="connsiteY0" fmla="*/ 5269 h 6869619"/>
              <a:gd name="connsiteX1" fmla="*/ 8634413 w 8634413"/>
              <a:gd name="connsiteY1" fmla="*/ 0 h 6869619"/>
              <a:gd name="connsiteX2" fmla="*/ 8621713 w 8634413"/>
              <a:gd name="connsiteY2" fmla="*/ 6869619 h 6869619"/>
              <a:gd name="connsiteX3" fmla="*/ 8621713 w 8634413"/>
              <a:gd name="connsiteY3" fmla="*/ 6869619 h 6869619"/>
              <a:gd name="connsiteX4" fmla="*/ 0 w 8634413"/>
              <a:gd name="connsiteY4" fmla="*/ 6869619 h 6869619"/>
              <a:gd name="connsiteX5" fmla="*/ 0 w 8634413"/>
              <a:gd name="connsiteY5" fmla="*/ 6869619 h 6869619"/>
              <a:gd name="connsiteX6" fmla="*/ 0 w 8634413"/>
              <a:gd name="connsiteY6" fmla="*/ 1149350 h 6869619"/>
              <a:gd name="connsiteX7" fmla="*/ 1144081 w 8634413"/>
              <a:gd name="connsiteY7" fmla="*/ 5269 h 6869619"/>
              <a:gd name="connsiteX0" fmla="*/ 1004381 w 8634413"/>
              <a:gd name="connsiteY0" fmla="*/ 5269 h 6869619"/>
              <a:gd name="connsiteX1" fmla="*/ 8634413 w 8634413"/>
              <a:gd name="connsiteY1" fmla="*/ 0 h 6869619"/>
              <a:gd name="connsiteX2" fmla="*/ 8621713 w 8634413"/>
              <a:gd name="connsiteY2" fmla="*/ 6869619 h 6869619"/>
              <a:gd name="connsiteX3" fmla="*/ 8621713 w 8634413"/>
              <a:gd name="connsiteY3" fmla="*/ 6869619 h 6869619"/>
              <a:gd name="connsiteX4" fmla="*/ 0 w 8634413"/>
              <a:gd name="connsiteY4" fmla="*/ 6869619 h 6869619"/>
              <a:gd name="connsiteX5" fmla="*/ 0 w 8634413"/>
              <a:gd name="connsiteY5" fmla="*/ 6869619 h 6869619"/>
              <a:gd name="connsiteX6" fmla="*/ 0 w 8634413"/>
              <a:gd name="connsiteY6" fmla="*/ 1149350 h 6869619"/>
              <a:gd name="connsiteX7" fmla="*/ 1004381 w 8634413"/>
              <a:gd name="connsiteY7" fmla="*/ 5269 h 6869619"/>
              <a:gd name="connsiteX0" fmla="*/ 2007681 w 8634413"/>
              <a:gd name="connsiteY0" fmla="*/ 5269 h 6869619"/>
              <a:gd name="connsiteX1" fmla="*/ 8634413 w 8634413"/>
              <a:gd name="connsiteY1" fmla="*/ 0 h 6869619"/>
              <a:gd name="connsiteX2" fmla="*/ 8621713 w 8634413"/>
              <a:gd name="connsiteY2" fmla="*/ 6869619 h 6869619"/>
              <a:gd name="connsiteX3" fmla="*/ 8621713 w 8634413"/>
              <a:gd name="connsiteY3" fmla="*/ 6869619 h 6869619"/>
              <a:gd name="connsiteX4" fmla="*/ 0 w 8634413"/>
              <a:gd name="connsiteY4" fmla="*/ 6869619 h 6869619"/>
              <a:gd name="connsiteX5" fmla="*/ 0 w 8634413"/>
              <a:gd name="connsiteY5" fmla="*/ 6869619 h 6869619"/>
              <a:gd name="connsiteX6" fmla="*/ 0 w 8634413"/>
              <a:gd name="connsiteY6" fmla="*/ 1149350 h 6869619"/>
              <a:gd name="connsiteX7" fmla="*/ 2007681 w 8634413"/>
              <a:gd name="connsiteY7" fmla="*/ 5269 h 6869619"/>
              <a:gd name="connsiteX0" fmla="*/ 2007681 w 8634413"/>
              <a:gd name="connsiteY0" fmla="*/ 5269 h 6869619"/>
              <a:gd name="connsiteX1" fmla="*/ 8634413 w 8634413"/>
              <a:gd name="connsiteY1" fmla="*/ 0 h 6869619"/>
              <a:gd name="connsiteX2" fmla="*/ 8621713 w 8634413"/>
              <a:gd name="connsiteY2" fmla="*/ 6869619 h 6869619"/>
              <a:gd name="connsiteX3" fmla="*/ 8621713 w 8634413"/>
              <a:gd name="connsiteY3" fmla="*/ 6869619 h 6869619"/>
              <a:gd name="connsiteX4" fmla="*/ 0 w 8634413"/>
              <a:gd name="connsiteY4" fmla="*/ 6869619 h 6869619"/>
              <a:gd name="connsiteX5" fmla="*/ 0 w 8634413"/>
              <a:gd name="connsiteY5" fmla="*/ 6869619 h 6869619"/>
              <a:gd name="connsiteX6" fmla="*/ 2007681 w 8634413"/>
              <a:gd name="connsiteY6" fmla="*/ 5269 h 6869619"/>
              <a:gd name="connsiteX0" fmla="*/ 2007681 w 8634413"/>
              <a:gd name="connsiteY0" fmla="*/ 5269 h 6869619"/>
              <a:gd name="connsiteX1" fmla="*/ 8634413 w 8634413"/>
              <a:gd name="connsiteY1" fmla="*/ 0 h 6869619"/>
              <a:gd name="connsiteX2" fmla="*/ 8621713 w 8634413"/>
              <a:gd name="connsiteY2" fmla="*/ 6869619 h 6869619"/>
              <a:gd name="connsiteX3" fmla="*/ 8613776 w 8634413"/>
              <a:gd name="connsiteY3" fmla="*/ 6864857 h 6869619"/>
              <a:gd name="connsiteX4" fmla="*/ 0 w 8634413"/>
              <a:gd name="connsiteY4" fmla="*/ 6869619 h 6869619"/>
              <a:gd name="connsiteX5" fmla="*/ 0 w 8634413"/>
              <a:gd name="connsiteY5" fmla="*/ 6869619 h 6869619"/>
              <a:gd name="connsiteX6" fmla="*/ 2007681 w 8634413"/>
              <a:gd name="connsiteY6" fmla="*/ 5269 h 6869619"/>
              <a:gd name="connsiteX0" fmla="*/ 2007681 w 8658609"/>
              <a:gd name="connsiteY0" fmla="*/ 5269 h 6869619"/>
              <a:gd name="connsiteX1" fmla="*/ 8634413 w 8658609"/>
              <a:gd name="connsiteY1" fmla="*/ 0 h 6869619"/>
              <a:gd name="connsiteX2" fmla="*/ 8658226 w 8658609"/>
              <a:gd name="connsiteY2" fmla="*/ 6680706 h 6869619"/>
              <a:gd name="connsiteX3" fmla="*/ 8613776 w 8658609"/>
              <a:gd name="connsiteY3" fmla="*/ 6864857 h 6869619"/>
              <a:gd name="connsiteX4" fmla="*/ 0 w 8658609"/>
              <a:gd name="connsiteY4" fmla="*/ 6869619 h 6869619"/>
              <a:gd name="connsiteX5" fmla="*/ 0 w 8658609"/>
              <a:gd name="connsiteY5" fmla="*/ 6869619 h 6869619"/>
              <a:gd name="connsiteX6" fmla="*/ 2007681 w 8658609"/>
              <a:gd name="connsiteY6" fmla="*/ 5269 h 6869619"/>
              <a:gd name="connsiteX0" fmla="*/ 2007681 w 9579853"/>
              <a:gd name="connsiteY0" fmla="*/ 5269 h 6869619"/>
              <a:gd name="connsiteX1" fmla="*/ 8634413 w 9579853"/>
              <a:gd name="connsiteY1" fmla="*/ 0 h 6869619"/>
              <a:gd name="connsiteX2" fmla="*/ 8613776 w 9579853"/>
              <a:gd name="connsiteY2" fmla="*/ 6864857 h 6869619"/>
              <a:gd name="connsiteX3" fmla="*/ 0 w 9579853"/>
              <a:gd name="connsiteY3" fmla="*/ 6869619 h 6869619"/>
              <a:gd name="connsiteX4" fmla="*/ 0 w 9579853"/>
              <a:gd name="connsiteY4" fmla="*/ 6869619 h 6869619"/>
              <a:gd name="connsiteX5" fmla="*/ 2007681 w 9579853"/>
              <a:gd name="connsiteY5" fmla="*/ 5269 h 6869619"/>
              <a:gd name="connsiteX0" fmla="*/ 2007681 w 9122116"/>
              <a:gd name="connsiteY0" fmla="*/ 5269 h 6869619"/>
              <a:gd name="connsiteX1" fmla="*/ 8634413 w 9122116"/>
              <a:gd name="connsiteY1" fmla="*/ 0 h 6869619"/>
              <a:gd name="connsiteX2" fmla="*/ 8613776 w 9122116"/>
              <a:gd name="connsiteY2" fmla="*/ 6864857 h 6869619"/>
              <a:gd name="connsiteX3" fmla="*/ 0 w 9122116"/>
              <a:gd name="connsiteY3" fmla="*/ 6869619 h 6869619"/>
              <a:gd name="connsiteX4" fmla="*/ 0 w 9122116"/>
              <a:gd name="connsiteY4" fmla="*/ 6869619 h 6869619"/>
              <a:gd name="connsiteX5" fmla="*/ 2007681 w 9122116"/>
              <a:gd name="connsiteY5" fmla="*/ 5269 h 6869619"/>
              <a:gd name="connsiteX0" fmla="*/ 2007681 w 8634413"/>
              <a:gd name="connsiteY0" fmla="*/ 5269 h 6869619"/>
              <a:gd name="connsiteX1" fmla="*/ 8634413 w 8634413"/>
              <a:gd name="connsiteY1" fmla="*/ 0 h 6869619"/>
              <a:gd name="connsiteX2" fmla="*/ 8613776 w 8634413"/>
              <a:gd name="connsiteY2" fmla="*/ 6864857 h 6869619"/>
              <a:gd name="connsiteX3" fmla="*/ 0 w 8634413"/>
              <a:gd name="connsiteY3" fmla="*/ 6869619 h 6869619"/>
              <a:gd name="connsiteX4" fmla="*/ 0 w 8634413"/>
              <a:gd name="connsiteY4" fmla="*/ 6869619 h 6869619"/>
              <a:gd name="connsiteX5" fmla="*/ 2007681 w 8634413"/>
              <a:gd name="connsiteY5" fmla="*/ 5269 h 6869619"/>
              <a:gd name="connsiteX0" fmla="*/ 2007681 w 8639839"/>
              <a:gd name="connsiteY0" fmla="*/ 5269 h 6869619"/>
              <a:gd name="connsiteX1" fmla="*/ 8634413 w 8639839"/>
              <a:gd name="connsiteY1" fmla="*/ 0 h 6869619"/>
              <a:gd name="connsiteX2" fmla="*/ 8632879 w 8639839"/>
              <a:gd name="connsiteY2" fmla="*/ 6864857 h 6869619"/>
              <a:gd name="connsiteX3" fmla="*/ 0 w 8639839"/>
              <a:gd name="connsiteY3" fmla="*/ 6869619 h 6869619"/>
              <a:gd name="connsiteX4" fmla="*/ 0 w 8639839"/>
              <a:gd name="connsiteY4" fmla="*/ 6869619 h 6869619"/>
              <a:gd name="connsiteX5" fmla="*/ 2007681 w 8639839"/>
              <a:gd name="connsiteY5" fmla="*/ 5269 h 6869619"/>
              <a:gd name="connsiteX0" fmla="*/ 2007681 w 8635616"/>
              <a:gd name="connsiteY0" fmla="*/ 5269 h 6869619"/>
              <a:gd name="connsiteX1" fmla="*/ 8634413 w 8635616"/>
              <a:gd name="connsiteY1" fmla="*/ 0 h 6869619"/>
              <a:gd name="connsiteX2" fmla="*/ 8632879 w 8635616"/>
              <a:gd name="connsiteY2" fmla="*/ 6864857 h 6869619"/>
              <a:gd name="connsiteX3" fmla="*/ 0 w 8635616"/>
              <a:gd name="connsiteY3" fmla="*/ 6869619 h 6869619"/>
              <a:gd name="connsiteX4" fmla="*/ 0 w 8635616"/>
              <a:gd name="connsiteY4" fmla="*/ 6869619 h 6869619"/>
              <a:gd name="connsiteX5" fmla="*/ 2007681 w 8635616"/>
              <a:gd name="connsiteY5" fmla="*/ 5269 h 6869619"/>
              <a:gd name="connsiteX0" fmla="*/ 2007681 w 8635133"/>
              <a:gd name="connsiteY0" fmla="*/ 5269 h 6869619"/>
              <a:gd name="connsiteX1" fmla="*/ 8634413 w 8635133"/>
              <a:gd name="connsiteY1" fmla="*/ 0 h 6869619"/>
              <a:gd name="connsiteX2" fmla="*/ 8632879 w 8635133"/>
              <a:gd name="connsiteY2" fmla="*/ 6864857 h 6869619"/>
              <a:gd name="connsiteX3" fmla="*/ 0 w 8635133"/>
              <a:gd name="connsiteY3" fmla="*/ 6869619 h 6869619"/>
              <a:gd name="connsiteX4" fmla="*/ 0 w 8635133"/>
              <a:gd name="connsiteY4" fmla="*/ 6869619 h 6869619"/>
              <a:gd name="connsiteX5" fmla="*/ 2007681 w 8635133"/>
              <a:gd name="connsiteY5" fmla="*/ 5269 h 6869619"/>
              <a:gd name="connsiteX0" fmla="*/ 2007681 w 8637269"/>
              <a:gd name="connsiteY0" fmla="*/ 5269 h 6869619"/>
              <a:gd name="connsiteX1" fmla="*/ 8634413 w 8637269"/>
              <a:gd name="connsiteY1" fmla="*/ 0 h 6869619"/>
              <a:gd name="connsiteX2" fmla="*/ 8632879 w 8637269"/>
              <a:gd name="connsiteY2" fmla="*/ 6864857 h 6869619"/>
              <a:gd name="connsiteX3" fmla="*/ 0 w 8637269"/>
              <a:gd name="connsiteY3" fmla="*/ 6869619 h 6869619"/>
              <a:gd name="connsiteX4" fmla="*/ 0 w 8637269"/>
              <a:gd name="connsiteY4" fmla="*/ 6869619 h 6869619"/>
              <a:gd name="connsiteX5" fmla="*/ 2007681 w 8637269"/>
              <a:gd name="connsiteY5" fmla="*/ 5269 h 6869619"/>
              <a:gd name="connsiteX0" fmla="*/ 2007681 w 8634738"/>
              <a:gd name="connsiteY0" fmla="*/ 5269 h 6869619"/>
              <a:gd name="connsiteX1" fmla="*/ 8634413 w 8634738"/>
              <a:gd name="connsiteY1" fmla="*/ 0 h 6869619"/>
              <a:gd name="connsiteX2" fmla="*/ 8632879 w 8634738"/>
              <a:gd name="connsiteY2" fmla="*/ 6864857 h 6869619"/>
              <a:gd name="connsiteX3" fmla="*/ 0 w 8634738"/>
              <a:gd name="connsiteY3" fmla="*/ 6869619 h 6869619"/>
              <a:gd name="connsiteX4" fmla="*/ 0 w 8634738"/>
              <a:gd name="connsiteY4" fmla="*/ 6869619 h 6869619"/>
              <a:gd name="connsiteX5" fmla="*/ 2007681 w 8634738"/>
              <a:gd name="connsiteY5" fmla="*/ 5269 h 6869619"/>
              <a:gd name="connsiteX0" fmla="*/ 2007681 w 8635329"/>
              <a:gd name="connsiteY0" fmla="*/ 5269 h 6869619"/>
              <a:gd name="connsiteX1" fmla="*/ 8634413 w 8635329"/>
              <a:gd name="connsiteY1" fmla="*/ 0 h 6869619"/>
              <a:gd name="connsiteX2" fmla="*/ 8632879 w 8635329"/>
              <a:gd name="connsiteY2" fmla="*/ 6864857 h 6869619"/>
              <a:gd name="connsiteX3" fmla="*/ 0 w 8635329"/>
              <a:gd name="connsiteY3" fmla="*/ 6869619 h 6869619"/>
              <a:gd name="connsiteX4" fmla="*/ 0 w 8635329"/>
              <a:gd name="connsiteY4" fmla="*/ 6869619 h 6869619"/>
              <a:gd name="connsiteX5" fmla="*/ 2007681 w 8635329"/>
              <a:gd name="connsiteY5" fmla="*/ 5269 h 6869619"/>
              <a:gd name="connsiteX0" fmla="*/ 2007681 w 8637269"/>
              <a:gd name="connsiteY0" fmla="*/ 5269 h 6869619"/>
              <a:gd name="connsiteX1" fmla="*/ 8634413 w 8637269"/>
              <a:gd name="connsiteY1" fmla="*/ 0 h 6869619"/>
              <a:gd name="connsiteX2" fmla="*/ 8632879 w 8637269"/>
              <a:gd name="connsiteY2" fmla="*/ 6864857 h 6869619"/>
              <a:gd name="connsiteX3" fmla="*/ 0 w 8637269"/>
              <a:gd name="connsiteY3" fmla="*/ 6869619 h 6869619"/>
              <a:gd name="connsiteX4" fmla="*/ 0 w 8637269"/>
              <a:gd name="connsiteY4" fmla="*/ 6869619 h 6869619"/>
              <a:gd name="connsiteX5" fmla="*/ 2007681 w 8637269"/>
              <a:gd name="connsiteY5" fmla="*/ 5269 h 6869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7269" h="6869619">
                <a:moveTo>
                  <a:pt x="2007681" y="5269"/>
                </a:moveTo>
                <a:lnTo>
                  <a:pt x="8634413" y="0"/>
                </a:lnTo>
                <a:cubicBezTo>
                  <a:pt x="8636896" y="229946"/>
                  <a:pt x="8639996" y="6131313"/>
                  <a:pt x="8632879" y="6864857"/>
                </a:cubicBezTo>
                <a:lnTo>
                  <a:pt x="0" y="6869619"/>
                </a:lnTo>
                <a:lnTo>
                  <a:pt x="0" y="6869619"/>
                </a:lnTo>
                <a:lnTo>
                  <a:pt x="2007681" y="5269"/>
                </a:lnTo>
                <a:close/>
              </a:path>
            </a:pathLst>
          </a:custGeom>
          <a:solidFill>
            <a:schemeClr val="tx2">
              <a:alpha val="70000"/>
            </a:schemeClr>
          </a:solidFill>
        </p:spPr>
        <p:txBody>
          <a:bodyPr lIns="0" tIns="0" rIns="0" bIns="900000" anchor="ctr"/>
          <a:lstStyle>
            <a:lvl1pPr algn="ctr">
              <a:defRPr sz="2000" baseline="0">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stStyle>
          <a:p>
            <a:r>
              <a:rPr kumimoji="1" lang="en" altLang="ja-JP"/>
              <a:t>Click to add a picture.</a:t>
            </a:r>
            <a:endParaRPr kumimoji="1" lang="ja-JP" altLang="en-US"/>
          </a:p>
        </p:txBody>
      </p:sp>
      <p:sp>
        <p:nvSpPr>
          <p:cNvPr id="13" name="テキスト プレースホルダー 25"/>
          <p:cNvSpPr>
            <a:spLocks noGrp="1"/>
          </p:cNvSpPr>
          <p:nvPr>
            <p:ph type="body" sz="quarter" idx="15" hasCustomPrompt="1"/>
          </p:nvPr>
        </p:nvSpPr>
        <p:spPr>
          <a:xfrm>
            <a:off x="0" y="0"/>
            <a:ext cx="6610350" cy="6864350"/>
          </a:xfrm>
          <a:prstGeom prst="rect">
            <a:avLst/>
          </a:prstGeom>
          <a:blipFill>
            <a:blip r:embed="rId2"/>
            <a:stretch>
              <a:fillRect/>
            </a:stretch>
          </a:blipFill>
        </p:spPr>
        <p:txBody>
          <a:bodyPr lIns="828000" tIns="360000" rIns="360000" bIns="360000" anchor="ctr" anchorCtr="0"/>
          <a:lstStyle>
            <a:lvl1pPr>
              <a:lnSpc>
                <a:spcPct val="100000"/>
              </a:lnSpc>
              <a:defRPr sz="3001" b="0" i="1" spc="300">
                <a:solidFill>
                  <a:schemeClr val="bg2"/>
                </a:solidFill>
                <a:latin typeface="+mn-ea"/>
                <a:ea typeface="+mn-ea"/>
                <a:cs typeface="Segoe UI" panose="020B0502040204020203" pitchFamily="34" charset="0"/>
              </a:defRPr>
            </a:lvl1pPr>
            <a:lvl2pPr>
              <a:defRPr sz="2400">
                <a:solidFill>
                  <a:schemeClr val="bg2"/>
                </a:solidFill>
              </a:defRPr>
            </a:lvl2pPr>
            <a:lvl3pPr>
              <a:defRPr sz="2000">
                <a:solidFill>
                  <a:schemeClr val="bg2"/>
                </a:solidFill>
              </a:defRPr>
            </a:lvl3pPr>
            <a:lvl4pPr>
              <a:defRPr sz="1801">
                <a:solidFill>
                  <a:schemeClr val="bg2"/>
                </a:solidFill>
              </a:defRPr>
            </a:lvl4pPr>
            <a:lvl5pPr>
              <a:defRPr sz="1001">
                <a:solidFill>
                  <a:schemeClr val="bg2"/>
                </a:solidFill>
              </a:defRPr>
            </a:lvl5pPr>
          </a:lstStyle>
          <a:p>
            <a:pPr lvl="0"/>
            <a:r>
              <a:rPr kumimoji="1" lang="en" altLang="en-US"/>
              <a:t>Enter a closing message.</a:t>
            </a:r>
            <a:endParaRPr kumimoji="1" lang="en-US" altLang="ja-JP"/>
          </a:p>
        </p:txBody>
      </p:sp>
      <p:sp>
        <p:nvSpPr>
          <p:cNvPr id="14" name="テキスト プレースホルダー 4"/>
          <p:cNvSpPr>
            <a:spLocks noGrp="1"/>
          </p:cNvSpPr>
          <p:nvPr>
            <p:ph type="body" sz="quarter" idx="32" hasCustomPrompt="1"/>
          </p:nvPr>
        </p:nvSpPr>
        <p:spPr>
          <a:xfrm>
            <a:off x="195263" y="6226643"/>
            <a:ext cx="1046134" cy="598022"/>
          </a:xfrm>
          <a:prstGeom prst="rect">
            <a:avLst/>
          </a:prstGeom>
          <a:blipFill>
            <a:blip r:embed="rId3"/>
            <a:stretch>
              <a:fillRect/>
            </a:stretch>
          </a:blipFill>
        </p:spPr>
        <p:txBody>
          <a:bodyPr/>
          <a:lstStyle>
            <a:lvl1pPr>
              <a:defRPr>
                <a:cs typeface="Segoe UI" panose="020B0502040204020203" pitchFamily="34" charset="0"/>
              </a:defRPr>
            </a:lvl1pPr>
          </a:lstStyle>
          <a:p>
            <a:r>
              <a:rPr kumimoji="1" lang="ja-JP" altLang="en-US"/>
              <a:t>　</a:t>
            </a:r>
          </a:p>
        </p:txBody>
      </p:sp>
      <p:sp>
        <p:nvSpPr>
          <p:cNvPr id="15" name="テキスト プレースホルダー 4"/>
          <p:cNvSpPr>
            <a:spLocks noGrp="1"/>
          </p:cNvSpPr>
          <p:nvPr>
            <p:ph type="body" sz="quarter" idx="34" hasCustomPrompt="1"/>
          </p:nvPr>
        </p:nvSpPr>
        <p:spPr>
          <a:xfrm>
            <a:off x="1354932" y="6552556"/>
            <a:ext cx="1507332" cy="142874"/>
          </a:xfrm>
          <a:prstGeom prst="rect">
            <a:avLst/>
          </a:prstGeom>
          <a:blipFill>
            <a:blip r:embed="rId4"/>
            <a:stretch>
              <a:fillRect/>
            </a:stretch>
          </a:blipFill>
        </p:spPr>
        <p:txBody>
          <a:bodyPr/>
          <a:lstStyle>
            <a:lvl1pPr>
              <a:defRPr>
                <a:cs typeface="Segoe UI" panose="020B0502040204020203" pitchFamily="34" charset="0"/>
              </a:defRPr>
            </a:lvl1pPr>
          </a:lstStyle>
          <a:p>
            <a:pPr lvl="0"/>
            <a:r>
              <a:rPr kumimoji="1" lang="ja-JP" altLang="en-US"/>
              <a:t>　</a:t>
            </a:r>
          </a:p>
        </p:txBody>
      </p:sp>
      <p:sp>
        <p:nvSpPr>
          <p:cNvPr id="16" name="テキスト プレースホルダー 13"/>
          <p:cNvSpPr>
            <a:spLocks noGrp="1"/>
          </p:cNvSpPr>
          <p:nvPr>
            <p:ph type="body" sz="quarter" idx="36" hasCustomPrompt="1"/>
          </p:nvPr>
        </p:nvSpPr>
        <p:spPr>
          <a:xfrm>
            <a:off x="10900343" y="296070"/>
            <a:ext cx="920294" cy="296869"/>
          </a:xfrm>
          <a:prstGeom prst="rect">
            <a:avLst/>
          </a:prstGeom>
          <a:blipFill>
            <a:blip r:embed="rId5"/>
            <a:stretch>
              <a:fillRect/>
            </a:stretch>
          </a:blipFill>
        </p:spPr>
        <p:txBody>
          <a:bodyPr/>
          <a:lstStyle>
            <a:lvl1pPr>
              <a:defRPr baseline="0">
                <a:cs typeface="Segoe UI" panose="020B0502040204020203" pitchFamily="34" charset="0"/>
              </a:defRPr>
            </a:lvl1pPr>
          </a:lstStyle>
          <a:p>
            <a:pPr lvl="0"/>
            <a:r>
              <a:rPr kumimoji="1" lang="en-US" altLang="ja-JP"/>
              <a:t> </a:t>
            </a:r>
            <a:endParaRPr kumimoji="1" lang="ja-JP" altLang="en-US"/>
          </a:p>
        </p:txBody>
      </p:sp>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19" name="スライド番号プレースホルダー 3"/>
          <p:cNvSpPr>
            <a:spLocks noGrp="1"/>
          </p:cNvSpPr>
          <p:nvPr>
            <p:ph type="sldNum" sz="quarter" idx="11"/>
          </p:nvPr>
        </p:nvSpPr>
        <p:spPr>
          <a:xfrm>
            <a:off x="11179742" y="6332075"/>
            <a:ext cx="736034" cy="365125"/>
          </a:xfrm>
        </p:spPr>
        <p:txBody>
          <a:bodyPr/>
          <a:lstStyle>
            <a:lvl1pPr>
              <a:defRPr sz="1401">
                <a:solidFill>
                  <a:schemeClr val="bg1"/>
                </a:solidFill>
              </a:defRPr>
            </a:lvl1pPr>
          </a:lstStyle>
          <a:p>
            <a:fld id="{A4345066-4952-40C1-BC8B-CE2851EC3EF2}" type="slidenum">
              <a:rPr lang="ja-JP" altLang="en-US" smtClean="0">
                <a:ea typeface="Yu Gothic UI Light" panose="020B0300000000000000" pitchFamily="50" charset="-128"/>
              </a:rPr>
              <a:pPr/>
              <a:t>‹#›</a:t>
            </a:fld>
            <a:endParaRPr lang="en-US" altLang="ja-JP" sz="900">
              <a:ea typeface="Yu Gothic UI Light" panose="020B0300000000000000" pitchFamily="50" charset="-128"/>
            </a:endParaRPr>
          </a:p>
        </p:txBody>
      </p:sp>
      <p:sp>
        <p:nvSpPr>
          <p:cNvPr id="10" name="テキスト プレースホルダー 5"/>
          <p:cNvSpPr>
            <a:spLocks noGrp="1"/>
          </p:cNvSpPr>
          <p:nvPr>
            <p:ph type="body" sz="quarter" idx="16" hasCustomPrompt="1"/>
          </p:nvPr>
        </p:nvSpPr>
        <p:spPr>
          <a:xfrm>
            <a:off x="3" y="6243639"/>
            <a:ext cx="12191998" cy="614361"/>
          </a:xfrm>
          <a:prstGeom prst="rect">
            <a:avLst/>
          </a:prstGeom>
          <a:noFill/>
        </p:spPr>
        <p:txBody>
          <a:bodyPr lIns="108000" tIns="324000" rIns="108000" anchor="ctr"/>
          <a:lstStyle>
            <a:lvl1pPr algn="ctr">
              <a:defRPr b="0" spc="300">
                <a:solidFill>
                  <a:schemeClr val="bg2">
                    <a:alpha val="20000"/>
                  </a:schemeClr>
                </a:solidFill>
                <a:latin typeface="+mj-ea"/>
                <a:ea typeface="+mj-ea"/>
                <a:cs typeface="Segoe UI" panose="020B0502040204020203" pitchFamily="34" charset="0"/>
              </a:defRPr>
            </a:lvl1pPr>
          </a:lstStyle>
          <a:p>
            <a:r>
              <a:rPr kumimoji="1" lang="en" altLang="en-US"/>
              <a:t>Do not include text or content in the footer area.</a:t>
            </a:r>
          </a:p>
        </p:txBody>
      </p:sp>
    </p:spTree>
    <p:extLst>
      <p:ext uri="{BB962C8B-B14F-4D97-AF65-F5344CB8AC3E}">
        <p14:creationId xmlns:p14="http://schemas.microsoft.com/office/powerpoint/2010/main" val="20541509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ロゴ">
    <p:bg>
      <p:bgPr>
        <a:solidFill>
          <a:schemeClr val="bg1"/>
        </a:solidFill>
        <a:effectLst/>
      </p:bgPr>
    </p:bg>
    <p:spTree>
      <p:nvGrpSpPr>
        <p:cNvPr id="1" name=""/>
        <p:cNvGrpSpPr/>
        <p:nvPr/>
      </p:nvGrpSpPr>
      <p:grpSpPr>
        <a:xfrm>
          <a:off x="0" y="0"/>
          <a:ext cx="0" cy="0"/>
          <a:chOff x="0" y="0"/>
          <a:chExt cx="0" cy="0"/>
        </a:xfrm>
      </p:grpSpPr>
      <p:pic>
        <p:nvPicPr>
          <p:cNvPr id="5" name="図 4"/>
          <p:cNvPicPr>
            <a:picLocks noChangeAspect="1"/>
          </p:cNvPicPr>
          <p:nvPr userDrawn="1"/>
        </p:nvPicPr>
        <p:blipFill>
          <a:blip r:embed="rId2"/>
          <a:stretch>
            <a:fillRect/>
          </a:stretch>
        </p:blipFill>
        <p:spPr>
          <a:xfrm>
            <a:off x="4153850" y="2730815"/>
            <a:ext cx="3908110" cy="1489926"/>
          </a:xfrm>
          <a:prstGeom prst="rect">
            <a:avLst/>
          </a:prstGeom>
        </p:spPr>
      </p:pic>
    </p:spTree>
    <p:extLst>
      <p:ext uri="{BB962C8B-B14F-4D97-AF65-F5344CB8AC3E}">
        <p14:creationId xmlns:p14="http://schemas.microsoft.com/office/powerpoint/2010/main" val="35513787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標準レイアウト">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ea typeface="Yu Gothic UI Light" panose="020B0300000000000000" pitchFamily="50" charset="-128"/>
              </a:rPr>
              <a:pPr/>
              <a:t>‹#›</a:t>
            </a:fld>
            <a:endParaRPr lang="en-US" altLang="ja-JP" sz="900">
              <a:ea typeface="Yu Gothic UI Light" panose="020B0300000000000000" pitchFamily="50" charset="-128"/>
            </a:endParaRPr>
          </a:p>
        </p:txBody>
      </p:sp>
      <p:sp>
        <p:nvSpPr>
          <p:cNvPr id="5" name="コンテンツ プレースホルダー 24"/>
          <p:cNvSpPr>
            <a:spLocks noGrp="1"/>
          </p:cNvSpPr>
          <p:nvPr>
            <p:ph sz="quarter" idx="17" hasCustomPrompt="1"/>
          </p:nvPr>
        </p:nvSpPr>
        <p:spPr>
          <a:xfrm>
            <a:off x="3" y="708845"/>
            <a:ext cx="12191998" cy="5491929"/>
          </a:xfrm>
          <a:prstGeom prst="rect">
            <a:avLst/>
          </a:prstGeom>
          <a:noFill/>
        </p:spPr>
        <p:txBody>
          <a:bodyPr lIns="720000" tIns="180000" rIns="720000" bIns="0" anchor="t" anchorCtr="0"/>
          <a:lstStyle>
            <a:lvl1pPr marL="0" indent="0" algn="l">
              <a:buNone/>
              <a:defRPr sz="1801" b="0">
                <a:solidFill>
                  <a:schemeClr val="bg1"/>
                </a:solidFill>
                <a:latin typeface="+mn-ea"/>
                <a:ea typeface="+mn-ea"/>
                <a:cs typeface="Segoe UI" panose="020B0502040204020203" pitchFamily="34" charset="0"/>
              </a:defRPr>
            </a:lvl1pPr>
            <a:lvl2pPr>
              <a:defRPr sz="1600">
                <a:solidFill>
                  <a:schemeClr val="bg1"/>
                </a:solidFill>
                <a:latin typeface="+mn-ea"/>
                <a:ea typeface="+mn-ea"/>
                <a:cs typeface="Segoe UI" panose="020B0502040204020203" pitchFamily="34" charset="0"/>
              </a:defRPr>
            </a:lvl2pPr>
            <a:lvl3pPr>
              <a:defRPr sz="1401">
                <a:solidFill>
                  <a:schemeClr val="bg1"/>
                </a:solidFill>
                <a:latin typeface="+mn-ea"/>
                <a:ea typeface="+mn-ea"/>
                <a:cs typeface="Segoe UI" panose="020B0502040204020203" pitchFamily="34" charset="0"/>
              </a:defRPr>
            </a:lvl3pPr>
            <a:lvl4pPr>
              <a:defRPr sz="1200">
                <a:solidFill>
                  <a:schemeClr val="bg1"/>
                </a:solidFill>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8" name="テキスト プレースホルダー 5"/>
          <p:cNvSpPr>
            <a:spLocks noGrp="1"/>
          </p:cNvSpPr>
          <p:nvPr>
            <p:ph type="body" sz="quarter" idx="16" hasCustomPrompt="1"/>
          </p:nvPr>
        </p:nvSpPr>
        <p:spPr>
          <a:xfrm>
            <a:off x="3" y="6243639"/>
            <a:ext cx="12191998" cy="614361"/>
          </a:xfrm>
          <a:prstGeom prst="rect">
            <a:avLst/>
          </a:prstGeom>
          <a:noFill/>
        </p:spPr>
        <p:txBody>
          <a:bodyPr lIns="108000" tIns="324000" rIns="108000" anchor="ctr"/>
          <a:lstStyle>
            <a:lvl1pPr marL="0" indent="0" algn="ctr">
              <a:buNone/>
              <a:defRPr b="0" spc="300">
                <a:solidFill>
                  <a:schemeClr val="bg2">
                    <a:lumMod val="60000"/>
                    <a:lumOff val="40000"/>
                    <a:alpha val="3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2" name="タイトル 1"/>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23076927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標準レイアウト+サマリー上">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ea typeface="Yu Gothic UI Light" panose="020B0300000000000000" pitchFamily="50" charset="-128"/>
              </a:rPr>
              <a:pPr/>
              <a:t>‹#›</a:t>
            </a:fld>
            <a:endParaRPr lang="en-US" altLang="ja-JP" sz="900">
              <a:ea typeface="Yu Gothic UI Light" panose="020B0300000000000000" pitchFamily="50" charset="-128"/>
            </a:endParaRPr>
          </a:p>
        </p:txBody>
      </p:sp>
      <p:sp>
        <p:nvSpPr>
          <p:cNvPr id="5" name="コンテンツ プレースホルダー 24"/>
          <p:cNvSpPr>
            <a:spLocks noGrp="1"/>
          </p:cNvSpPr>
          <p:nvPr>
            <p:ph sz="quarter" idx="17" hasCustomPrompt="1"/>
          </p:nvPr>
        </p:nvSpPr>
        <p:spPr>
          <a:xfrm>
            <a:off x="2" y="1223031"/>
            <a:ext cx="12191999" cy="4977743"/>
          </a:xfrm>
          <a:prstGeom prst="rect">
            <a:avLst/>
          </a:prstGeom>
          <a:noFill/>
        </p:spPr>
        <p:txBody>
          <a:bodyPr lIns="720000" tIns="180000" rIns="720000" bIns="0" anchor="t" anchorCtr="0"/>
          <a:lstStyle>
            <a:lvl1pPr marL="0" indent="0" algn="l">
              <a:buNone/>
              <a:defRPr sz="1801" b="0">
                <a:solidFill>
                  <a:schemeClr val="bg1"/>
                </a:solidFill>
                <a:latin typeface="+mn-ea"/>
                <a:ea typeface="+mn-ea"/>
                <a:cs typeface="Segoe UI" panose="020B0502040204020203" pitchFamily="34" charset="0"/>
              </a:defRPr>
            </a:lvl1pPr>
            <a:lvl2pPr>
              <a:defRPr sz="1600">
                <a:solidFill>
                  <a:schemeClr val="bg1"/>
                </a:solidFill>
                <a:latin typeface="+mn-ea"/>
                <a:ea typeface="+mn-ea"/>
                <a:cs typeface="Segoe UI" panose="020B0502040204020203" pitchFamily="34" charset="0"/>
              </a:defRPr>
            </a:lvl2pPr>
            <a:lvl3pPr>
              <a:defRPr sz="1401">
                <a:solidFill>
                  <a:schemeClr val="bg1"/>
                </a:solidFill>
                <a:latin typeface="+mn-ea"/>
                <a:ea typeface="+mn-ea"/>
                <a:cs typeface="Segoe UI" panose="020B0502040204020203" pitchFamily="34" charset="0"/>
              </a:defRPr>
            </a:lvl3pPr>
            <a:lvl4pPr>
              <a:defRPr sz="1200">
                <a:solidFill>
                  <a:schemeClr val="bg1"/>
                </a:solidFill>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7" name="テキスト プレースホルダー 5"/>
          <p:cNvSpPr>
            <a:spLocks noGrp="1"/>
          </p:cNvSpPr>
          <p:nvPr>
            <p:ph type="body" sz="quarter" idx="18" hasCustomPrompt="1"/>
          </p:nvPr>
        </p:nvSpPr>
        <p:spPr>
          <a:xfrm>
            <a:off x="0" y="729710"/>
            <a:ext cx="12192000" cy="456628"/>
          </a:xfrm>
          <a:prstGeom prst="rect">
            <a:avLst/>
          </a:prstGeom>
        </p:spPr>
        <p:txBody>
          <a:bodyPr tIns="72000" bIns="0" anchor="t"/>
          <a:lstStyle>
            <a:lvl1pPr marL="0" indent="0" algn="ctr">
              <a:buNone/>
              <a:defRPr sz="2800" b="1">
                <a:solidFill>
                  <a:schemeClr val="bg2">
                    <a:lumMod val="60000"/>
                    <a:lumOff val="40000"/>
                  </a:schemeClr>
                </a:solidFill>
                <a:latin typeface="+mn-ea"/>
                <a:ea typeface="+mn-ea"/>
                <a:cs typeface="Segoe UI" panose="020B0502040204020203" pitchFamily="34" charset="0"/>
              </a:defRPr>
            </a:lvl1pPr>
          </a:lstStyle>
          <a:p>
            <a:pPr lvl="0"/>
            <a:r>
              <a:rPr kumimoji="1" lang="en" altLang="en-US"/>
              <a:t>Enter a summary</a:t>
            </a:r>
            <a:endParaRPr kumimoji="1" lang="en-US" altLang="ja-JP"/>
          </a:p>
        </p:txBody>
      </p:sp>
      <p:sp>
        <p:nvSpPr>
          <p:cNvPr id="8" name="テキスト プレースホルダー 5"/>
          <p:cNvSpPr>
            <a:spLocks noGrp="1"/>
          </p:cNvSpPr>
          <p:nvPr>
            <p:ph type="body" sz="quarter" idx="16" hasCustomPrompt="1"/>
          </p:nvPr>
        </p:nvSpPr>
        <p:spPr>
          <a:xfrm>
            <a:off x="3" y="6243639"/>
            <a:ext cx="12191998" cy="614361"/>
          </a:xfrm>
          <a:prstGeom prst="rect">
            <a:avLst/>
          </a:prstGeom>
          <a:noFill/>
        </p:spPr>
        <p:txBody>
          <a:bodyPr lIns="108000" tIns="324000" rIns="108000" anchor="ctr"/>
          <a:lstStyle>
            <a:lvl1pPr marL="0" indent="0" algn="ctr">
              <a:buNone/>
              <a:defRPr b="0" spc="300">
                <a:solidFill>
                  <a:schemeClr val="bg2">
                    <a:lumMod val="60000"/>
                    <a:lumOff val="40000"/>
                    <a:alpha val="3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6" name="タイトル 5"/>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22663537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標準レイアウト+サマリー">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ea typeface="Yu Gothic UI Light" panose="020B0300000000000000" pitchFamily="50" charset="-128"/>
              </a:rPr>
              <a:pPr/>
              <a:t>‹#›</a:t>
            </a:fld>
            <a:endParaRPr lang="en-US" altLang="ja-JP" sz="900">
              <a:ea typeface="Yu Gothic UI Light" panose="020B0300000000000000" pitchFamily="50" charset="-128"/>
            </a:endParaRPr>
          </a:p>
        </p:txBody>
      </p:sp>
      <p:sp>
        <p:nvSpPr>
          <p:cNvPr id="5" name="コンテンツ プレースホルダー 24"/>
          <p:cNvSpPr>
            <a:spLocks noGrp="1"/>
          </p:cNvSpPr>
          <p:nvPr>
            <p:ph sz="quarter" idx="17" hasCustomPrompt="1"/>
          </p:nvPr>
        </p:nvSpPr>
        <p:spPr>
          <a:xfrm>
            <a:off x="2" y="708845"/>
            <a:ext cx="12191999" cy="5491929"/>
          </a:xfrm>
          <a:prstGeom prst="rect">
            <a:avLst/>
          </a:prstGeom>
          <a:noFill/>
        </p:spPr>
        <p:txBody>
          <a:bodyPr lIns="720000" tIns="180000" rIns="720000" bIns="0" anchor="t" anchorCtr="0"/>
          <a:lstStyle>
            <a:lvl1pPr marL="0" indent="0" algn="l">
              <a:buNone/>
              <a:defRPr sz="1801" b="0">
                <a:solidFill>
                  <a:schemeClr val="bg1"/>
                </a:solidFill>
                <a:latin typeface="+mn-ea"/>
                <a:ea typeface="+mn-ea"/>
                <a:cs typeface="Segoe UI" panose="020B0502040204020203" pitchFamily="34" charset="0"/>
              </a:defRPr>
            </a:lvl1pPr>
            <a:lvl2pPr>
              <a:defRPr sz="1600">
                <a:solidFill>
                  <a:schemeClr val="bg1"/>
                </a:solidFill>
                <a:latin typeface="+mn-ea"/>
                <a:ea typeface="+mn-ea"/>
                <a:cs typeface="Segoe UI" panose="020B0502040204020203" pitchFamily="34" charset="0"/>
              </a:defRPr>
            </a:lvl2pPr>
            <a:lvl3pPr>
              <a:defRPr sz="1401">
                <a:solidFill>
                  <a:schemeClr val="bg1"/>
                </a:solidFill>
                <a:latin typeface="+mn-ea"/>
                <a:ea typeface="+mn-ea"/>
                <a:cs typeface="Segoe UI" panose="020B0502040204020203" pitchFamily="34" charset="0"/>
              </a:defRPr>
            </a:lvl3pPr>
            <a:lvl4pPr>
              <a:defRPr sz="1200">
                <a:solidFill>
                  <a:schemeClr val="bg1"/>
                </a:solidFill>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6" name="テキスト プレースホルダー 5"/>
          <p:cNvSpPr>
            <a:spLocks noGrp="1"/>
          </p:cNvSpPr>
          <p:nvPr>
            <p:ph type="body" sz="quarter" idx="18" hasCustomPrompt="1"/>
          </p:nvPr>
        </p:nvSpPr>
        <p:spPr>
          <a:xfrm>
            <a:off x="1" y="5750891"/>
            <a:ext cx="12192000" cy="449884"/>
          </a:xfrm>
          <a:prstGeom prst="rect">
            <a:avLst/>
          </a:prstGeom>
        </p:spPr>
        <p:txBody>
          <a:bodyPr tIns="0" bIns="0" anchor="b"/>
          <a:lstStyle>
            <a:lvl1pPr marL="0" indent="0" algn="ctr">
              <a:buNone/>
              <a:defRPr sz="2800" b="1">
                <a:solidFill>
                  <a:schemeClr val="bg2">
                    <a:lumMod val="60000"/>
                    <a:lumOff val="40000"/>
                  </a:schemeClr>
                </a:solidFill>
                <a:latin typeface="+mn-ea"/>
                <a:ea typeface="+mn-ea"/>
                <a:cs typeface="Segoe UI" panose="020B0502040204020203" pitchFamily="34" charset="0"/>
              </a:defRPr>
            </a:lvl1pPr>
          </a:lstStyle>
          <a:p>
            <a:pPr lvl="0"/>
            <a:r>
              <a:rPr kumimoji="1" lang="en" altLang="en-US"/>
              <a:t>Enter a summary</a:t>
            </a:r>
            <a:endParaRPr kumimoji="1" lang="en-US" altLang="ja-JP"/>
          </a:p>
        </p:txBody>
      </p:sp>
      <p:sp>
        <p:nvSpPr>
          <p:cNvPr id="8" name="テキスト プレースホルダー 5"/>
          <p:cNvSpPr>
            <a:spLocks noGrp="1"/>
          </p:cNvSpPr>
          <p:nvPr>
            <p:ph type="body" sz="quarter" idx="16" hasCustomPrompt="1"/>
          </p:nvPr>
        </p:nvSpPr>
        <p:spPr>
          <a:xfrm>
            <a:off x="3" y="6243639"/>
            <a:ext cx="12191998" cy="614361"/>
          </a:xfrm>
          <a:prstGeom prst="rect">
            <a:avLst/>
          </a:prstGeom>
          <a:noFill/>
        </p:spPr>
        <p:txBody>
          <a:bodyPr lIns="108000" tIns="324000" rIns="108000" anchor="ctr"/>
          <a:lstStyle>
            <a:lvl1pPr marL="0" indent="0" algn="ctr">
              <a:buNone/>
              <a:defRPr b="0" spc="300">
                <a:solidFill>
                  <a:schemeClr val="bg2">
                    <a:lumMod val="60000"/>
                    <a:lumOff val="40000"/>
                    <a:alpha val="3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7" name="タイトル 6"/>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12914232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ページ①">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ea typeface="Yu Gothic UI Light" panose="020B0300000000000000" pitchFamily="50" charset="-128"/>
              </a:rPr>
              <a:pPr/>
              <a:t>‹#›</a:t>
            </a:fld>
            <a:endParaRPr lang="en-US" altLang="ja-JP" sz="900">
              <a:ea typeface="Yu Gothic UI Light" panose="020B0300000000000000" pitchFamily="50" charset="-128"/>
            </a:endParaRPr>
          </a:p>
        </p:txBody>
      </p:sp>
      <p:sp>
        <p:nvSpPr>
          <p:cNvPr id="5" name="コンテンツ プレースホルダー 14"/>
          <p:cNvSpPr>
            <a:spLocks noGrp="1"/>
          </p:cNvSpPr>
          <p:nvPr>
            <p:ph sz="quarter" idx="24" hasCustomPrompt="1"/>
          </p:nvPr>
        </p:nvSpPr>
        <p:spPr>
          <a:xfrm>
            <a:off x="695326" y="934030"/>
            <a:ext cx="3435349" cy="2435471"/>
          </a:xfrm>
          <a:prstGeom prst="rect">
            <a:avLst/>
          </a:prstGeom>
        </p:spPr>
        <p:txBody>
          <a:bodyPr lIns="0" tIns="0" rIns="0" bIns="180000" anchor="ctr"/>
          <a:lstStyle>
            <a:lvl1pPr marL="0" indent="0" algn="ctr">
              <a:buNone/>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6" name="コンテンツ プレースホルダー 14"/>
          <p:cNvSpPr>
            <a:spLocks noGrp="1"/>
          </p:cNvSpPr>
          <p:nvPr>
            <p:ph sz="quarter" idx="25" hasCustomPrompt="1"/>
          </p:nvPr>
        </p:nvSpPr>
        <p:spPr>
          <a:xfrm>
            <a:off x="695326" y="3556007"/>
            <a:ext cx="3435349" cy="2435471"/>
          </a:xfrm>
          <a:prstGeom prst="rect">
            <a:avLst/>
          </a:prstGeom>
        </p:spPr>
        <p:txBody>
          <a:bodyPr lIns="0" tIns="0" rIns="0" bIns="180000" anchor="ctr"/>
          <a:lstStyle>
            <a:lvl1pPr marL="0" indent="0" algn="ctr">
              <a:buNone/>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7" name="テキスト プレースホルダー 11"/>
          <p:cNvSpPr>
            <a:spLocks noGrp="1"/>
          </p:cNvSpPr>
          <p:nvPr>
            <p:ph type="body" sz="quarter" idx="26" hasCustomPrompt="1"/>
          </p:nvPr>
        </p:nvSpPr>
        <p:spPr>
          <a:xfrm>
            <a:off x="4335462" y="933760"/>
            <a:ext cx="7856537" cy="292095"/>
          </a:xfrm>
          <a:prstGeom prst="rect">
            <a:avLst/>
          </a:prstGeom>
        </p:spPr>
        <p:txBody>
          <a:bodyPr lIns="0" tIns="0" rIns="720000" bIns="0"/>
          <a:lstStyle>
            <a:lvl1pPr marL="0" indent="0">
              <a:buNone/>
              <a:defRPr sz="2201" b="0">
                <a:solidFill>
                  <a:schemeClr val="bg1"/>
                </a:solidFill>
                <a:latin typeface="+mj-ea"/>
                <a:ea typeface="+mj-ea"/>
                <a:cs typeface="Segoe UI" panose="020B0502040204020203" pitchFamily="34" charset="0"/>
              </a:defRPr>
            </a:lvl1pPr>
          </a:lstStyle>
          <a:p>
            <a:pPr lvl="0"/>
            <a:r>
              <a:rPr kumimoji="1" lang="en" altLang="en-US"/>
              <a:t>Title</a:t>
            </a:r>
          </a:p>
        </p:txBody>
      </p:sp>
      <p:sp>
        <p:nvSpPr>
          <p:cNvPr id="8" name="テキスト プレースホルダー 11"/>
          <p:cNvSpPr>
            <a:spLocks noGrp="1"/>
          </p:cNvSpPr>
          <p:nvPr>
            <p:ph type="body" sz="quarter" idx="27" hasCustomPrompt="1"/>
          </p:nvPr>
        </p:nvSpPr>
        <p:spPr>
          <a:xfrm>
            <a:off x="4335462" y="3556007"/>
            <a:ext cx="7856537" cy="292095"/>
          </a:xfrm>
          <a:prstGeom prst="rect">
            <a:avLst/>
          </a:prstGeom>
        </p:spPr>
        <p:txBody>
          <a:bodyPr lIns="0" tIns="0" rIns="720000" bIns="0"/>
          <a:lstStyle>
            <a:lvl1pPr marL="0" indent="0">
              <a:buNone/>
              <a:defRPr sz="2201" b="0">
                <a:solidFill>
                  <a:schemeClr val="bg1"/>
                </a:solidFill>
                <a:latin typeface="+mj-ea"/>
                <a:ea typeface="+mj-ea"/>
                <a:cs typeface="Segoe UI" panose="020B0502040204020203" pitchFamily="34" charset="0"/>
              </a:defRPr>
            </a:lvl1pPr>
          </a:lstStyle>
          <a:p>
            <a:pPr lvl="0"/>
            <a:r>
              <a:rPr kumimoji="1" lang="en" altLang="en-US"/>
              <a:t>Title</a:t>
            </a:r>
          </a:p>
        </p:txBody>
      </p:sp>
      <p:sp>
        <p:nvSpPr>
          <p:cNvPr id="9" name="テキスト プレースホルダー 8"/>
          <p:cNvSpPr>
            <a:spLocks noGrp="1"/>
          </p:cNvSpPr>
          <p:nvPr>
            <p:ph type="body" sz="quarter" idx="28" hasCustomPrompt="1"/>
          </p:nvPr>
        </p:nvSpPr>
        <p:spPr>
          <a:xfrm>
            <a:off x="4335463" y="1307575"/>
            <a:ext cx="7856536" cy="2063125"/>
          </a:xfrm>
          <a:prstGeom prst="rect">
            <a:avLst/>
          </a:prstGeom>
        </p:spPr>
        <p:txBody>
          <a:bodyPr lIns="0" tIns="36000" rIns="720000" bIns="0"/>
          <a:lstStyle>
            <a:lvl1pPr marL="0" indent="0" algn="just">
              <a:lnSpc>
                <a:spcPct val="90000"/>
              </a:lnSpc>
              <a:spcBef>
                <a:spcPts val="0"/>
              </a:spcBef>
              <a:buNone/>
              <a:defRPr sz="1801">
                <a:solidFill>
                  <a:schemeClr val="bg1"/>
                </a:solidFill>
                <a:latin typeface="+mn-ea"/>
                <a:ea typeface="+mn-ea"/>
                <a:cs typeface="Segoe UI" panose="020B0502040204020203" pitchFamily="34" charset="0"/>
              </a:defRPr>
            </a:lvl1pPr>
            <a:lvl2pPr>
              <a:lnSpc>
                <a:spcPct val="90000"/>
              </a:lnSpc>
              <a:defRPr sz="1600">
                <a:solidFill>
                  <a:schemeClr val="bg1"/>
                </a:solidFill>
                <a:latin typeface="+mn-ea"/>
                <a:ea typeface="+mn-ea"/>
                <a:cs typeface="Segoe UI" panose="020B0502040204020203" pitchFamily="34" charset="0"/>
              </a:defRPr>
            </a:lvl2pPr>
            <a:lvl3pPr>
              <a:lnSpc>
                <a:spcPct val="90000"/>
              </a:lnSpc>
              <a:defRPr sz="1401">
                <a:solidFill>
                  <a:schemeClr val="bg1"/>
                </a:solidFill>
                <a:latin typeface="+mn-ea"/>
                <a:ea typeface="+mn-ea"/>
                <a:cs typeface="Segoe UI" panose="020B0502040204020203" pitchFamily="34" charset="0"/>
              </a:defRPr>
            </a:lvl3pPr>
            <a:lvl4pPr>
              <a:lnSpc>
                <a:spcPct val="90000"/>
              </a:lnSpc>
              <a:defRPr sz="1200">
                <a:solidFill>
                  <a:schemeClr val="bg1"/>
                </a:solidFill>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10" name="テキスト プレースホルダー 8"/>
          <p:cNvSpPr>
            <a:spLocks noGrp="1"/>
          </p:cNvSpPr>
          <p:nvPr>
            <p:ph type="body" sz="quarter" idx="29" hasCustomPrompt="1"/>
          </p:nvPr>
        </p:nvSpPr>
        <p:spPr>
          <a:xfrm>
            <a:off x="4335463" y="3928353"/>
            <a:ext cx="7856536" cy="2063125"/>
          </a:xfrm>
          <a:prstGeom prst="rect">
            <a:avLst/>
          </a:prstGeom>
        </p:spPr>
        <p:txBody>
          <a:bodyPr lIns="0" tIns="36000" rIns="720000" bIns="0"/>
          <a:lstStyle>
            <a:lvl1pPr marL="0" indent="0" algn="just">
              <a:lnSpc>
                <a:spcPct val="90000"/>
              </a:lnSpc>
              <a:spcBef>
                <a:spcPts val="0"/>
              </a:spcBef>
              <a:buNone/>
              <a:defRPr sz="1801">
                <a:solidFill>
                  <a:schemeClr val="bg1"/>
                </a:solidFill>
                <a:latin typeface="+mn-ea"/>
                <a:ea typeface="+mn-ea"/>
                <a:cs typeface="Segoe UI" panose="020B0502040204020203" pitchFamily="34" charset="0"/>
              </a:defRPr>
            </a:lvl1pPr>
            <a:lvl2pPr>
              <a:lnSpc>
                <a:spcPct val="90000"/>
              </a:lnSpc>
              <a:defRPr sz="1600">
                <a:solidFill>
                  <a:schemeClr val="bg1"/>
                </a:solidFill>
                <a:latin typeface="+mn-ea"/>
                <a:ea typeface="+mn-ea"/>
                <a:cs typeface="Segoe UI" panose="020B0502040204020203" pitchFamily="34" charset="0"/>
              </a:defRPr>
            </a:lvl2pPr>
            <a:lvl3pPr>
              <a:lnSpc>
                <a:spcPct val="90000"/>
              </a:lnSpc>
              <a:defRPr sz="1401">
                <a:solidFill>
                  <a:schemeClr val="bg1"/>
                </a:solidFill>
                <a:latin typeface="+mn-ea"/>
                <a:ea typeface="+mn-ea"/>
                <a:cs typeface="Segoe UI" panose="020B0502040204020203" pitchFamily="34" charset="0"/>
              </a:defRPr>
            </a:lvl3pPr>
            <a:lvl4pPr>
              <a:lnSpc>
                <a:spcPct val="90000"/>
              </a:lnSpc>
              <a:defRPr sz="1200">
                <a:solidFill>
                  <a:schemeClr val="bg1"/>
                </a:solidFill>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12" name="テキスト プレースホルダー 5"/>
          <p:cNvSpPr>
            <a:spLocks noGrp="1"/>
          </p:cNvSpPr>
          <p:nvPr>
            <p:ph type="body" sz="quarter" idx="16" hasCustomPrompt="1"/>
          </p:nvPr>
        </p:nvSpPr>
        <p:spPr>
          <a:xfrm>
            <a:off x="2" y="6243639"/>
            <a:ext cx="12191997" cy="614361"/>
          </a:xfrm>
          <a:prstGeom prst="rect">
            <a:avLst/>
          </a:prstGeom>
          <a:noFill/>
        </p:spPr>
        <p:txBody>
          <a:bodyPr lIns="108000" tIns="324000" rIns="108000" anchor="ctr"/>
          <a:lstStyle>
            <a:lvl1pPr marL="0" indent="0" algn="ctr">
              <a:buNone/>
              <a:defRPr b="0" spc="300">
                <a:solidFill>
                  <a:schemeClr val="bg2">
                    <a:lumMod val="60000"/>
                    <a:lumOff val="40000"/>
                    <a:alpha val="3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11" name="タイトル 10"/>
          <p:cNvSpPr>
            <a:spLocks noGrp="1"/>
          </p:cNvSpPr>
          <p:nvPr>
            <p:ph type="title"/>
          </p:nvPr>
        </p:nvSpPr>
        <p:spPr/>
        <p:txBody>
          <a:bodyPr/>
          <a:lstStyle/>
          <a:p>
            <a:r>
              <a:rPr kumimoji="1" lang="en" altLang="en-US"/>
              <a:t>Master Title Formatting</a:t>
            </a:r>
          </a:p>
        </p:txBody>
      </p:sp>
    </p:spTree>
    <p:extLst>
      <p:ext uri="{BB962C8B-B14F-4D97-AF65-F5344CB8AC3E}">
        <p14:creationId xmlns:p14="http://schemas.microsoft.com/office/powerpoint/2010/main" val="5809173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容ページ②">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 altLang="en-US"/>
              <a:t>Title</a:t>
            </a:r>
            <a:br>
              <a:rPr kumimoji="1" lang="en-US" altLang="ja-JP"/>
            </a:br>
            <a:endParaRPr kumimoji="1" lang="ja-JP" altLang="en-US"/>
          </a:p>
        </p:txBody>
      </p:sp>
      <p:sp>
        <p:nvSpPr>
          <p:cNvPr id="3" name="フッター プレースホルダー 2"/>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4" name="スライド番号プレースホルダー 3"/>
          <p:cNvSpPr>
            <a:spLocks noGrp="1"/>
          </p:cNvSpPr>
          <p:nvPr>
            <p:ph type="sldNum" sz="quarter" idx="11"/>
          </p:nvPr>
        </p:nvSpPr>
        <p:spPr/>
        <p:txBody>
          <a:bodyPr/>
          <a:lstStyle>
            <a:lvl1pPr>
              <a:defRPr sz="1401"/>
            </a:lvl1pPr>
          </a:lstStyle>
          <a:p>
            <a:fld id="{A4345066-4952-40C1-BC8B-CE2851EC3EF2}" type="slidenum">
              <a:rPr lang="ja-JP" altLang="en-US" smtClean="0">
                <a:ea typeface="Yu Gothic UI Light" panose="020B0300000000000000" pitchFamily="50" charset="-128"/>
              </a:rPr>
              <a:pPr/>
              <a:t>‹#›</a:t>
            </a:fld>
            <a:endParaRPr lang="en-US" altLang="ja-JP" sz="900">
              <a:ea typeface="Yu Gothic UI Light" panose="020B0300000000000000" pitchFamily="50" charset="-128"/>
            </a:endParaRPr>
          </a:p>
        </p:txBody>
      </p:sp>
      <p:sp>
        <p:nvSpPr>
          <p:cNvPr id="5" name="コンテンツ プレースホルダー 14"/>
          <p:cNvSpPr>
            <a:spLocks noGrp="1"/>
          </p:cNvSpPr>
          <p:nvPr>
            <p:ph sz="quarter" idx="24" hasCustomPrompt="1"/>
          </p:nvPr>
        </p:nvSpPr>
        <p:spPr>
          <a:xfrm>
            <a:off x="706683" y="1235270"/>
            <a:ext cx="4981243" cy="2687699"/>
          </a:xfrm>
          <a:prstGeom prst="rect">
            <a:avLst/>
          </a:prstGeom>
        </p:spPr>
        <p:txBody>
          <a:bodyPr lIns="0" tIns="0" rIns="0" bIns="180000" anchor="ctr"/>
          <a:lstStyle>
            <a:lvl1pPr marL="0" indent="0" algn="ctr">
              <a:buNone/>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8" name="コンテンツ プレースホルダー 14"/>
          <p:cNvSpPr>
            <a:spLocks noGrp="1"/>
          </p:cNvSpPr>
          <p:nvPr>
            <p:ph sz="quarter" idx="28" hasCustomPrompt="1"/>
          </p:nvPr>
        </p:nvSpPr>
        <p:spPr>
          <a:xfrm>
            <a:off x="6506409" y="1235270"/>
            <a:ext cx="4981243" cy="2687699"/>
          </a:xfrm>
          <a:prstGeom prst="rect">
            <a:avLst/>
          </a:prstGeom>
        </p:spPr>
        <p:txBody>
          <a:bodyPr lIns="0" tIns="0" rIns="0" bIns="180000" anchor="ctr"/>
          <a:lstStyle>
            <a:lvl1pPr marL="0" indent="0" algn="ctr">
              <a:buNone/>
              <a:defRPr sz="1401">
                <a:solidFill>
                  <a:schemeClr val="bg1">
                    <a:lumMod val="50000"/>
                  </a:schemeClr>
                </a:solidFill>
                <a:latin typeface="Yu Gothic UI Light" panose="020B0300000000000000" pitchFamily="50" charset="-128"/>
                <a:ea typeface="Yu Gothic UI Light" panose="020B0300000000000000" pitchFamily="50" charset="-128"/>
                <a:cs typeface="Segoe UI" panose="020B0502040204020203" pitchFamily="34" charset="0"/>
              </a:defRPr>
            </a:lvl1pPr>
            <a:lvl2pPr marL="457211" indent="0">
              <a:buNone/>
              <a:defRPr/>
            </a:lvl2pPr>
            <a:lvl3pPr marL="914423" indent="0">
              <a:buNone/>
              <a:defRPr/>
            </a:lvl3pPr>
            <a:lvl4pPr marL="1371634" indent="0">
              <a:buNone/>
              <a:defRPr/>
            </a:lvl4pPr>
            <a:lvl5pPr marL="1828846" indent="0">
              <a:buNone/>
              <a:defRPr/>
            </a:lvl5pPr>
          </a:lstStyle>
          <a:p>
            <a:pPr lvl="0"/>
            <a:r>
              <a:rPr kumimoji="1" lang="en" altLang="en-US"/>
              <a:t>Insert images and diagrams</a:t>
            </a:r>
            <a:endParaRPr kumimoji="1" lang="en-US" altLang="ja-JP"/>
          </a:p>
          <a:p>
            <a:pPr lvl="0"/>
            <a:endParaRPr kumimoji="1" lang="en-US" altLang="ja-JP"/>
          </a:p>
          <a:p>
            <a:pPr lvl="0"/>
            <a:endParaRPr kumimoji="1" lang="ja-JP" altLang="en-US"/>
          </a:p>
        </p:txBody>
      </p:sp>
      <p:sp>
        <p:nvSpPr>
          <p:cNvPr id="9" name="テキスト プレースホルダー 8"/>
          <p:cNvSpPr>
            <a:spLocks noGrp="1"/>
          </p:cNvSpPr>
          <p:nvPr>
            <p:ph type="body" sz="quarter" idx="23" hasCustomPrompt="1"/>
          </p:nvPr>
        </p:nvSpPr>
        <p:spPr>
          <a:xfrm>
            <a:off x="0" y="4026912"/>
            <a:ext cx="6091614" cy="1580982"/>
          </a:xfrm>
          <a:prstGeom prst="rect">
            <a:avLst/>
          </a:prstGeom>
        </p:spPr>
        <p:txBody>
          <a:bodyPr lIns="720000" tIns="36000" rIns="360000" bIns="0"/>
          <a:lstStyle>
            <a:lvl1pPr marL="0" indent="0" algn="just">
              <a:lnSpc>
                <a:spcPct val="90000"/>
              </a:lnSpc>
              <a:spcBef>
                <a:spcPts val="0"/>
              </a:spcBef>
              <a:buNone/>
              <a:defRPr sz="1801">
                <a:solidFill>
                  <a:schemeClr val="bg1"/>
                </a:solidFill>
                <a:latin typeface="+mn-ea"/>
                <a:ea typeface="+mn-ea"/>
                <a:cs typeface="Segoe UI" panose="020B0502040204020203" pitchFamily="34" charset="0"/>
              </a:defRPr>
            </a:lvl1pPr>
            <a:lvl2pPr>
              <a:lnSpc>
                <a:spcPct val="90000"/>
              </a:lnSpc>
              <a:defRPr sz="1600">
                <a:solidFill>
                  <a:schemeClr val="bg1"/>
                </a:solidFill>
                <a:latin typeface="+mn-ea"/>
                <a:ea typeface="+mn-ea"/>
                <a:cs typeface="Segoe UI" panose="020B0502040204020203" pitchFamily="34" charset="0"/>
              </a:defRPr>
            </a:lvl2pPr>
            <a:lvl3pPr>
              <a:lnSpc>
                <a:spcPct val="90000"/>
              </a:lnSpc>
              <a:defRPr sz="1401">
                <a:solidFill>
                  <a:schemeClr val="bg1"/>
                </a:solidFill>
                <a:latin typeface="+mn-ea"/>
                <a:ea typeface="+mn-ea"/>
                <a:cs typeface="Segoe UI" panose="020B0502040204020203" pitchFamily="34" charset="0"/>
              </a:defRPr>
            </a:lvl3pPr>
            <a:lvl4pPr>
              <a:lnSpc>
                <a:spcPct val="90000"/>
              </a:lnSpc>
              <a:defRPr sz="1200">
                <a:solidFill>
                  <a:schemeClr val="bg1"/>
                </a:solidFill>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10" name="テキスト プレースホルダー 8"/>
          <p:cNvSpPr>
            <a:spLocks noGrp="1"/>
          </p:cNvSpPr>
          <p:nvPr>
            <p:ph type="body" sz="quarter" idx="25" hasCustomPrompt="1"/>
          </p:nvPr>
        </p:nvSpPr>
        <p:spPr>
          <a:xfrm>
            <a:off x="6091614" y="4026912"/>
            <a:ext cx="6100386" cy="1580982"/>
          </a:xfrm>
          <a:prstGeom prst="rect">
            <a:avLst/>
          </a:prstGeom>
        </p:spPr>
        <p:txBody>
          <a:bodyPr lIns="396000" tIns="36000" rIns="720000" bIns="0"/>
          <a:lstStyle>
            <a:lvl1pPr marL="0" indent="0" algn="just">
              <a:lnSpc>
                <a:spcPct val="90000"/>
              </a:lnSpc>
              <a:spcBef>
                <a:spcPts val="0"/>
              </a:spcBef>
              <a:buNone/>
              <a:defRPr sz="1801">
                <a:solidFill>
                  <a:schemeClr val="bg1"/>
                </a:solidFill>
                <a:latin typeface="+mn-ea"/>
                <a:ea typeface="+mn-ea"/>
                <a:cs typeface="Segoe UI" panose="020B0502040204020203" pitchFamily="34" charset="0"/>
              </a:defRPr>
            </a:lvl1pPr>
            <a:lvl2pPr>
              <a:lnSpc>
                <a:spcPct val="90000"/>
              </a:lnSpc>
              <a:defRPr sz="1600">
                <a:solidFill>
                  <a:schemeClr val="bg1"/>
                </a:solidFill>
                <a:latin typeface="+mn-ea"/>
                <a:ea typeface="+mn-ea"/>
                <a:cs typeface="Segoe UI" panose="020B0502040204020203" pitchFamily="34" charset="0"/>
              </a:defRPr>
            </a:lvl2pPr>
            <a:lvl3pPr>
              <a:lnSpc>
                <a:spcPct val="90000"/>
              </a:lnSpc>
              <a:defRPr sz="1401">
                <a:solidFill>
                  <a:schemeClr val="bg1"/>
                </a:solidFill>
                <a:latin typeface="+mn-ea"/>
                <a:ea typeface="+mn-ea"/>
                <a:cs typeface="Segoe UI" panose="020B0502040204020203" pitchFamily="34" charset="0"/>
              </a:defRPr>
            </a:lvl3pPr>
            <a:lvl4pPr>
              <a:lnSpc>
                <a:spcPct val="90000"/>
              </a:lnSpc>
              <a:defRPr sz="1200">
                <a:solidFill>
                  <a:schemeClr val="bg1"/>
                </a:solidFill>
                <a:latin typeface="+mn-ea"/>
                <a:ea typeface="+mn-ea"/>
                <a:cs typeface="Segoe UI" panose="020B0502040204020203" pitchFamily="34" charset="0"/>
              </a:defRPr>
            </a:lvl4pPr>
          </a:lstStyle>
          <a:p>
            <a:pPr lvl="0"/>
            <a:r>
              <a:rPr kumimoji="1" lang="en" altLang="en-US"/>
              <a:t>Please put the main text.</a:t>
            </a:r>
            <a:endParaRPr kumimoji="1" lang="en-US" altLang="ja-JP"/>
          </a:p>
          <a:p>
            <a:pPr lvl="1"/>
            <a:r>
              <a:rPr kumimoji="1" lang="en" altLang="en-US"/>
              <a:t>Second level</a:t>
            </a:r>
            <a:endParaRPr kumimoji="1" lang="en-US" altLang="ja-JP"/>
          </a:p>
          <a:p>
            <a:pPr lvl="2"/>
            <a:r>
              <a:rPr kumimoji="1" lang="en" altLang="en-US"/>
              <a:t>Third level</a:t>
            </a:r>
            <a:endParaRPr kumimoji="1" lang="en-US" altLang="ja-JP"/>
          </a:p>
          <a:p>
            <a:pPr lvl="3"/>
            <a:r>
              <a:rPr kumimoji="1" lang="en" altLang="en-US"/>
              <a:t>Level 4</a:t>
            </a:r>
            <a:endParaRPr kumimoji="1" lang="en-US" altLang="ja-JP"/>
          </a:p>
        </p:txBody>
      </p:sp>
      <p:sp>
        <p:nvSpPr>
          <p:cNvPr id="11" name="テキスト プレースホルダー 5"/>
          <p:cNvSpPr>
            <a:spLocks noGrp="1"/>
          </p:cNvSpPr>
          <p:nvPr>
            <p:ph type="body" sz="quarter" idx="17" hasCustomPrompt="1"/>
          </p:nvPr>
        </p:nvSpPr>
        <p:spPr>
          <a:xfrm>
            <a:off x="0" y="5689455"/>
            <a:ext cx="12192000" cy="445407"/>
          </a:xfrm>
          <a:prstGeom prst="rect">
            <a:avLst/>
          </a:prstGeom>
        </p:spPr>
        <p:txBody>
          <a:bodyPr lIns="720000" tIns="0" rIns="720000" bIns="0" anchor="b"/>
          <a:lstStyle>
            <a:lvl1pPr marL="0" indent="0" algn="ctr">
              <a:buNone/>
              <a:defRPr b="1">
                <a:solidFill>
                  <a:schemeClr val="bg2">
                    <a:lumMod val="60000"/>
                    <a:lumOff val="40000"/>
                  </a:schemeClr>
                </a:solidFill>
                <a:latin typeface="+mn-ea"/>
                <a:ea typeface="+mn-ea"/>
                <a:cs typeface="Segoe UI" panose="020B0502040204020203" pitchFamily="34" charset="0"/>
              </a:defRPr>
            </a:lvl1pPr>
          </a:lstStyle>
          <a:p>
            <a:pPr lvl="0"/>
            <a:r>
              <a:rPr kumimoji="1" lang="en" altLang="en-US"/>
              <a:t>Enter a summary</a:t>
            </a:r>
          </a:p>
        </p:txBody>
      </p:sp>
      <p:sp>
        <p:nvSpPr>
          <p:cNvPr id="13" name="テキスト プレースホルダー 5"/>
          <p:cNvSpPr>
            <a:spLocks noGrp="1"/>
          </p:cNvSpPr>
          <p:nvPr>
            <p:ph type="body" sz="quarter" idx="16" hasCustomPrompt="1"/>
          </p:nvPr>
        </p:nvSpPr>
        <p:spPr>
          <a:xfrm>
            <a:off x="3" y="6243639"/>
            <a:ext cx="12191998" cy="614361"/>
          </a:xfrm>
          <a:prstGeom prst="rect">
            <a:avLst/>
          </a:prstGeom>
          <a:noFill/>
        </p:spPr>
        <p:txBody>
          <a:bodyPr lIns="108000" tIns="324000" rIns="108000" anchor="ctr"/>
          <a:lstStyle>
            <a:lvl1pPr marL="0" indent="0" algn="ctr">
              <a:buNone/>
              <a:defRPr b="0" spc="300">
                <a:solidFill>
                  <a:schemeClr val="bg2">
                    <a:lumMod val="60000"/>
                    <a:lumOff val="40000"/>
                    <a:alpha val="30000"/>
                  </a:schemeClr>
                </a:solidFill>
                <a:latin typeface="+mj-ea"/>
                <a:ea typeface="+mj-ea"/>
                <a:cs typeface="Segoe UI" panose="020B0502040204020203" pitchFamily="34" charset="0"/>
              </a:defRPr>
            </a:lvl1pPr>
          </a:lstStyle>
          <a:p>
            <a:r>
              <a:rPr kumimoji="1" lang="en" altLang="en-US"/>
              <a:t>Do not include text or content in the footer area.</a:t>
            </a:r>
          </a:p>
        </p:txBody>
      </p:sp>
      <p:sp>
        <p:nvSpPr>
          <p:cNvPr id="14" name="テキスト プレースホルダー 16"/>
          <p:cNvSpPr>
            <a:spLocks noGrp="1"/>
          </p:cNvSpPr>
          <p:nvPr>
            <p:ph type="body" sz="quarter" idx="22" hasCustomPrompt="1"/>
          </p:nvPr>
        </p:nvSpPr>
        <p:spPr>
          <a:xfrm>
            <a:off x="0" y="844510"/>
            <a:ext cx="6091614" cy="324039"/>
          </a:xfrm>
          <a:prstGeom prst="rect">
            <a:avLst/>
          </a:prstGeom>
        </p:spPr>
        <p:txBody>
          <a:bodyPr lIns="720000" tIns="0" rIns="360000" bIns="0"/>
          <a:lstStyle>
            <a:lvl1pPr marL="0" indent="0" algn="l">
              <a:buNone/>
              <a:defRPr sz="2201" b="0">
                <a:solidFill>
                  <a:schemeClr val="bg1"/>
                </a:solidFill>
                <a:latin typeface="+mj-ea"/>
                <a:ea typeface="+mj-ea"/>
                <a:cs typeface="Segoe UI" panose="020B0502040204020203" pitchFamily="34" charset="0"/>
              </a:defRPr>
            </a:lvl1pPr>
          </a:lstStyle>
          <a:p>
            <a:pPr lvl="0"/>
            <a:r>
              <a:rPr kumimoji="1" lang="en" altLang="en-US"/>
              <a:t>Title</a:t>
            </a:r>
          </a:p>
        </p:txBody>
      </p:sp>
      <p:sp>
        <p:nvSpPr>
          <p:cNvPr id="15" name="テキスト プレースホルダー 16"/>
          <p:cNvSpPr>
            <a:spLocks noGrp="1"/>
          </p:cNvSpPr>
          <p:nvPr>
            <p:ph type="body" sz="quarter" idx="26" hasCustomPrompt="1"/>
          </p:nvPr>
        </p:nvSpPr>
        <p:spPr>
          <a:xfrm>
            <a:off x="6091614" y="844510"/>
            <a:ext cx="6100386" cy="324039"/>
          </a:xfrm>
          <a:prstGeom prst="rect">
            <a:avLst/>
          </a:prstGeom>
        </p:spPr>
        <p:txBody>
          <a:bodyPr lIns="396000" tIns="0" rIns="720000" bIns="0"/>
          <a:lstStyle>
            <a:lvl1pPr marL="0" indent="0" algn="l">
              <a:buNone/>
              <a:defRPr sz="2201" b="0">
                <a:solidFill>
                  <a:schemeClr val="bg1"/>
                </a:solidFill>
                <a:latin typeface="+mj-ea"/>
                <a:ea typeface="+mj-ea"/>
                <a:cs typeface="Segoe UI" panose="020B0502040204020203" pitchFamily="34" charset="0"/>
              </a:defRPr>
            </a:lvl1pPr>
          </a:lstStyle>
          <a:p>
            <a:pPr lvl="0"/>
            <a:r>
              <a:rPr kumimoji="1" lang="en" altLang="en-US"/>
              <a:t>Title</a:t>
            </a:r>
          </a:p>
        </p:txBody>
      </p:sp>
    </p:spTree>
    <p:extLst>
      <p:ext uri="{BB962C8B-B14F-4D97-AF65-F5344CB8AC3E}">
        <p14:creationId xmlns:p14="http://schemas.microsoft.com/office/powerpoint/2010/main" val="19172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28.xml"/><Relationship Id="rId7" Type="http://schemas.openxmlformats.org/officeDocument/2006/relationships/image" Target="../media/image6.png"/><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2.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alpha val="0"/>
          </a:schemeClr>
        </a:solidFill>
        <a:effectLst/>
      </p:bgPr>
    </p:bg>
    <p:spTree>
      <p:nvGrpSpPr>
        <p:cNvPr id="1" name=""/>
        <p:cNvGrpSpPr/>
        <p:nvPr/>
      </p:nvGrpSpPr>
      <p:grpSpPr>
        <a:xfrm>
          <a:off x="0" y="0"/>
          <a:ext cx="0" cy="0"/>
          <a:chOff x="0" y="0"/>
          <a:chExt cx="0" cy="0"/>
        </a:xfrm>
      </p:grpSpPr>
      <p:sp>
        <p:nvSpPr>
          <p:cNvPr id="2" name="正方形/長方形 1"/>
          <p:cNvSpPr/>
          <p:nvPr userDrawn="1"/>
        </p:nvSpPr>
        <p:spPr bwMode="white">
          <a:xfrm>
            <a:off x="0" y="2"/>
            <a:ext cx="12192000" cy="6243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1">
              <a:cs typeface="Segoe UI" panose="020B0502040204020203" pitchFamily="34" charset="0"/>
            </a:endParaRPr>
          </a:p>
        </p:txBody>
      </p:sp>
      <p:sp>
        <p:nvSpPr>
          <p:cNvPr id="9" name="テキスト ボックス 8"/>
          <p:cNvSpPr txBox="1"/>
          <p:nvPr userDrawn="1"/>
        </p:nvSpPr>
        <p:spPr>
          <a:xfrm>
            <a:off x="1305879" y="6525605"/>
            <a:ext cx="1624163" cy="176972"/>
          </a:xfrm>
          <a:prstGeom prst="rect">
            <a:avLst/>
          </a:prstGeom>
          <a:noFill/>
        </p:spPr>
        <p:txBody>
          <a:bodyPr wrap="none" rtlCol="0">
            <a:spAutoFit/>
          </a:bodyPr>
          <a:lstStyle/>
          <a:p>
            <a:r>
              <a:rPr kumimoji="1" lang="en" altLang="ja-JP" sz="550" spc="0">
                <a:solidFill>
                  <a:schemeClr val="bg1">
                    <a:lumMod val="65000"/>
                  </a:schemeClr>
                </a:solidFill>
                <a:latin typeface="+mn-ea"/>
                <a:ea typeface="+mn-ea"/>
                <a:cs typeface="Segoe UI" panose="020B0502040204020203" pitchFamily="34" charset="0"/>
              </a:rPr>
              <a:t>© DENSO CORPORATION All Rights Reserved.</a:t>
            </a:r>
            <a:endParaRPr kumimoji="1" lang="ja-JP" altLang="en-US" sz="550" spc="0">
              <a:solidFill>
                <a:schemeClr val="bg1">
                  <a:lumMod val="65000"/>
                </a:schemeClr>
              </a:solidFill>
              <a:latin typeface="+mn-ea"/>
              <a:ea typeface="+mn-ea"/>
              <a:cs typeface="Segoe UI" panose="020B0502040204020203" pitchFamily="34" charset="0"/>
            </a:endParaRPr>
          </a:p>
        </p:txBody>
      </p:sp>
      <p:sp>
        <p:nvSpPr>
          <p:cNvPr id="10" name="フッター プレースホルダー 3"/>
          <p:cNvSpPr>
            <a:spLocks noGrp="1"/>
          </p:cNvSpPr>
          <p:nvPr>
            <p:ph type="ftr" sz="quarter" idx="3"/>
          </p:nvPr>
        </p:nvSpPr>
        <p:spPr>
          <a:xfrm>
            <a:off x="1306649" y="6269163"/>
            <a:ext cx="4623616" cy="365125"/>
          </a:xfrm>
          <a:prstGeom prst="rect">
            <a:avLst/>
          </a:prstGeom>
        </p:spPr>
        <p:txBody>
          <a:bodyPr anchor="ctr"/>
          <a:lstStyle>
            <a:lvl1pPr>
              <a:defRPr lang="ja-JP" altLang="en-US" sz="800">
                <a:solidFill>
                  <a:schemeClr val="bg1">
                    <a:lumMod val="65000"/>
                  </a:schemeClr>
                </a:solidFill>
                <a:latin typeface="+mn-ea"/>
                <a:ea typeface="+mn-ea"/>
              </a:defRPr>
            </a:lvl1pPr>
          </a:lstStyle>
          <a:p>
            <a:r>
              <a:rPr lang="en" altLang="ja-JP">
                <a:cs typeface="Segoe UI" panose="020B0502040204020203" pitchFamily="34" charset="0"/>
              </a:rPr>
              <a:t>Title / Month XX, 2025 (Please enter from "Insert" → "Header and Footer")</a:t>
            </a:r>
          </a:p>
        </p:txBody>
      </p:sp>
      <p:pic>
        <p:nvPicPr>
          <p:cNvPr id="13" name="図 12"/>
          <p:cNvPicPr>
            <a:picLocks noChangeAspect="1"/>
          </p:cNvPicPr>
          <p:nvPr userDrawn="1"/>
        </p:nvPicPr>
        <p:blipFill>
          <a:blip r:embed="rId27"/>
          <a:stretch>
            <a:fillRect/>
          </a:stretch>
        </p:blipFill>
        <p:spPr>
          <a:xfrm>
            <a:off x="376239" y="6405189"/>
            <a:ext cx="680058" cy="259265"/>
          </a:xfrm>
          <a:prstGeom prst="rect">
            <a:avLst/>
          </a:prstGeom>
        </p:spPr>
      </p:pic>
      <p:pic>
        <p:nvPicPr>
          <p:cNvPr id="12" name="図 11"/>
          <p:cNvPicPr>
            <a:picLocks noChangeAspect="1"/>
          </p:cNvPicPr>
          <p:nvPr userDrawn="1"/>
        </p:nvPicPr>
        <p:blipFill>
          <a:blip r:embed="rId28" cstate="hqprint">
            <a:extLst>
              <a:ext uri="{28A0092B-C50C-407E-A947-70E740481C1C}">
                <a14:useLocalDpi xmlns:a14="http://schemas.microsoft.com/office/drawing/2010/main" val="0"/>
              </a:ext>
            </a:extLst>
          </a:blip>
          <a:stretch>
            <a:fillRect/>
          </a:stretch>
        </p:blipFill>
        <p:spPr>
          <a:xfrm>
            <a:off x="10900343" y="294496"/>
            <a:ext cx="925173" cy="298443"/>
          </a:xfrm>
          <a:prstGeom prst="rect">
            <a:avLst/>
          </a:prstGeom>
        </p:spPr>
      </p:pic>
      <p:sp>
        <p:nvSpPr>
          <p:cNvPr id="3" name="タイトル プレースホルダー 2"/>
          <p:cNvSpPr>
            <a:spLocks noGrp="1"/>
          </p:cNvSpPr>
          <p:nvPr>
            <p:ph type="title"/>
          </p:nvPr>
        </p:nvSpPr>
        <p:spPr>
          <a:xfrm>
            <a:off x="0" y="254791"/>
            <a:ext cx="10806252" cy="415770"/>
          </a:xfrm>
          <a:prstGeom prst="rect">
            <a:avLst/>
          </a:prstGeom>
        </p:spPr>
        <p:txBody>
          <a:bodyPr vert="horz" lIns="396000" tIns="45720" rIns="91440" bIns="45720" rtlCol="0" anchor="t" anchorCtr="0">
            <a:noAutofit/>
          </a:bodyPr>
          <a:lstStyle/>
          <a:p>
            <a:r>
              <a:rPr kumimoji="1" lang="en" altLang="en-US"/>
              <a:t>Master Title Formatting</a:t>
            </a:r>
          </a:p>
        </p:txBody>
      </p:sp>
      <p:sp>
        <p:nvSpPr>
          <p:cNvPr id="4" name="スライド番号プレースホルダー 3"/>
          <p:cNvSpPr>
            <a:spLocks noGrp="1"/>
          </p:cNvSpPr>
          <p:nvPr>
            <p:ph type="sldNum" sz="quarter" idx="4"/>
          </p:nvPr>
        </p:nvSpPr>
        <p:spPr>
          <a:xfrm>
            <a:off x="10900342" y="6332075"/>
            <a:ext cx="736034" cy="365125"/>
          </a:xfrm>
          <a:prstGeom prst="rect">
            <a:avLst/>
          </a:prstGeom>
        </p:spPr>
        <p:txBody>
          <a:bodyPr vert="horz" lIns="91440" tIns="45720" rIns="91440" bIns="45720" rtlCol="0" anchor="ctr"/>
          <a:lstStyle>
            <a:lvl1pPr algn="r" fontAlgn="base">
              <a:defRPr sz="1401">
                <a:solidFill>
                  <a:schemeClr val="tx1">
                    <a:tint val="75000"/>
                  </a:schemeClr>
                </a:solidFill>
                <a:latin typeface="+mn-ea"/>
                <a:ea typeface="+mn-ea"/>
                <a:cs typeface="Segoe UI" panose="020B0502040204020203" pitchFamily="34" charset="0"/>
              </a:defRPr>
            </a:lvl1pPr>
          </a:lstStyle>
          <a:p>
            <a:fld id="{A4345066-4952-40C1-BC8B-CE2851EC3EF2}" type="slidenum">
              <a:rPr lang="ja-JP" altLang="en-US" smtClean="0">
                <a:solidFill>
                  <a:schemeClr val="bg1">
                    <a:lumMod val="65000"/>
                  </a:schemeClr>
                </a:solidFill>
              </a:rPr>
              <a:pPr/>
              <a:t>‹#›</a:t>
            </a:fld>
            <a:endParaRPr lang="en-US" altLang="ja-JP" sz="1001">
              <a:solidFill>
                <a:schemeClr val="bg1">
                  <a:lumMod val="65000"/>
                </a:schemeClr>
              </a:solidFill>
            </a:endParaRPr>
          </a:p>
        </p:txBody>
      </p:sp>
      <p:sp>
        <p:nvSpPr>
          <p:cNvPr id="5" name="テキスト ボックス 4"/>
          <p:cNvSpPr txBox="1"/>
          <p:nvPr userDrawn="1"/>
        </p:nvSpPr>
        <p:spPr>
          <a:xfrm>
            <a:off x="11498489" y="6414312"/>
            <a:ext cx="693511" cy="246349"/>
          </a:xfrm>
          <a:prstGeom prst="rect">
            <a:avLst/>
          </a:prstGeom>
          <a:noFill/>
        </p:spPr>
        <p:txBody>
          <a:bodyPr wrap="square" rtlCol="0">
            <a:spAutoFit/>
          </a:bodyPr>
          <a:lstStyle/>
          <a:p>
            <a:pPr algn="l"/>
            <a:r>
              <a:rPr kumimoji="1" lang="en" altLang="ja-JP" sz="1001">
                <a:solidFill>
                  <a:schemeClr val="bg1">
                    <a:lumMod val="65000"/>
                  </a:schemeClr>
                </a:solidFill>
                <a:latin typeface="+mn-ea"/>
                <a:ea typeface="+mn-ea"/>
                <a:cs typeface="Segoe UI" panose="020B0502040204020203" pitchFamily="34" charset="0"/>
              </a:rPr>
              <a:t>/ 00</a:t>
            </a:r>
            <a:endParaRPr kumimoji="1" lang="ja-JP" altLang="en-US" sz="1001">
              <a:solidFill>
                <a:schemeClr val="bg1">
                  <a:lumMod val="65000"/>
                </a:schemeClr>
              </a:solidFill>
              <a:latin typeface="+mn-ea"/>
              <a:ea typeface="+mn-ea"/>
              <a:cs typeface="Segoe UI" panose="020B0502040204020203" pitchFamily="34" charset="0"/>
            </a:endParaRPr>
          </a:p>
        </p:txBody>
      </p:sp>
      <p:sp>
        <p:nvSpPr>
          <p:cNvPr id="7" name="テキスト ボックス 6">
            <a:extLst>
              <a:ext uri="{FF2B5EF4-FFF2-40B4-BE49-F238E27FC236}">
                <a16:creationId xmlns:a16="http://schemas.microsoft.com/office/drawing/2014/main" id="{1911B086-98F2-C035-2219-50F39887FDD4}"/>
              </a:ext>
            </a:extLst>
          </p:cNvPr>
          <p:cNvSpPr txBox="1"/>
          <p:nvPr>
            <p:extLst>
              <p:ext uri="{1162E1C5-73C7-4A58-AE30-91384D911F3F}">
                <p184:classification xmlns:p184="http://schemas.microsoft.com/office/powerpoint/2018/4/main" val="hdr"/>
              </p:ext>
            </p:extLst>
          </p:nvPr>
        </p:nvSpPr>
        <p:spPr>
          <a:xfrm>
            <a:off x="5711825" y="63500"/>
            <a:ext cx="796925" cy="152400"/>
          </a:xfrm>
          <a:prstGeom prst="rect">
            <a:avLst/>
          </a:prstGeom>
        </p:spPr>
        <p:txBody>
          <a:bodyPr horzOverflow="overflow" lIns="0" tIns="0" rIns="0" bIns="0">
            <a:spAutoFit/>
          </a:bodyPr>
          <a:lstStyle/>
          <a:p>
            <a:pPr algn="l"/>
            <a:r>
              <a:rPr lang="en" altLang="en-US" sz="1000">
                <a:solidFill>
                  <a:srgbClr val="FF0000"/>
                </a:solidFill>
                <a:latin typeface="Calibri" panose="020F0502020204030204" pitchFamily="34" charset="0"/>
                <a:cs typeface="Calibri" panose="020F0502020204030204" pitchFamily="34" charset="0"/>
              </a:rPr>
              <a:t>CONFIDENTIAL</a:t>
            </a:r>
          </a:p>
        </p:txBody>
      </p:sp>
    </p:spTree>
    <p:extLst>
      <p:ext uri="{BB962C8B-B14F-4D97-AF65-F5344CB8AC3E}">
        <p14:creationId xmlns:p14="http://schemas.microsoft.com/office/powerpoint/2010/main" val="2612721890"/>
      </p:ext>
    </p:extLst>
  </p:cSld>
  <p:clrMap bg1="lt1" tx1="dk1" bg2="lt2" tx2="dk2" accent1="accent1" accent2="accent2" accent3="accent3" accent4="accent4" accent5="accent5" accent6="accent6" hlink="hlink" folHlink="folHlink"/>
  <p:sldLayoutIdLst>
    <p:sldLayoutId id="2147483663" r:id="rId1"/>
    <p:sldLayoutId id="2147483687" r:id="rId2"/>
    <p:sldLayoutId id="2147483744" r:id="rId3"/>
    <p:sldLayoutId id="2147483714" r:id="rId4"/>
    <p:sldLayoutId id="2147483715" r:id="rId5"/>
    <p:sldLayoutId id="2147483717" r:id="rId6"/>
    <p:sldLayoutId id="2147483716" r:id="rId7"/>
    <p:sldLayoutId id="2147483718" r:id="rId8"/>
    <p:sldLayoutId id="2147483719" r:id="rId9"/>
    <p:sldLayoutId id="2147483720"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 id="2147483732" r:id="rId19"/>
    <p:sldLayoutId id="2147483742" r:id="rId20"/>
    <p:sldLayoutId id="2147483743" r:id="rId21"/>
    <p:sldLayoutId id="2147483733" r:id="rId22"/>
    <p:sldLayoutId id="2147483734" r:id="rId23"/>
    <p:sldLayoutId id="2147483735" r:id="rId24"/>
    <p:sldLayoutId id="2147483736" r:id="rId25"/>
  </p:sldLayoutIdLst>
  <p:hf hdr="0" dt="0"/>
  <p:txStyles>
    <p:titleStyle>
      <a:lvl1pPr algn="l" defTabSz="914423" rtl="0" eaLnBrk="1" latinLnBrk="0" hangingPunct="1">
        <a:lnSpc>
          <a:spcPct val="90000"/>
        </a:lnSpc>
        <a:spcBef>
          <a:spcPct val="0"/>
        </a:spcBef>
        <a:buNone/>
        <a:defRPr kumimoji="1" sz="2650" b="0" kern="1200">
          <a:solidFill>
            <a:schemeClr val="tx1"/>
          </a:solidFill>
          <a:latin typeface="+mj-ea"/>
          <a:ea typeface="+mj-ea"/>
          <a:cs typeface="Segoe UI" panose="020B0502040204020203" pitchFamily="34" charset="0"/>
        </a:defRPr>
      </a:lvl1pPr>
    </p:titleStyle>
    <p:bodyStyle>
      <a:lvl1pPr marL="0" indent="0" algn="l" defTabSz="914423" rtl="0" eaLnBrk="1" latinLnBrk="0" hangingPunct="1">
        <a:lnSpc>
          <a:spcPct val="90000"/>
        </a:lnSpc>
        <a:spcBef>
          <a:spcPts val="1001"/>
        </a:spcBef>
        <a:buFont typeface="Arial" panose="020B0604020202020204" pitchFamily="34" charset="0"/>
        <a:buNone/>
        <a:defRPr kumimoji="1" sz="2800" kern="1200">
          <a:solidFill>
            <a:schemeClr val="tx1"/>
          </a:solidFill>
          <a:latin typeface="+mn-lt"/>
          <a:ea typeface="+mn-ea"/>
          <a:cs typeface="+mn-cs"/>
        </a:defRPr>
      </a:lvl1pPr>
      <a:lvl2pPr marL="685818" indent="-228606" algn="l" defTabSz="914423"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29" indent="-228606" algn="l" defTabSz="914423"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41" indent="-228606" algn="l" defTabSz="914423"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4pPr>
      <a:lvl5pPr marL="2057452" indent="-228606" algn="l" defTabSz="914423"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5pPr>
      <a:lvl6pPr marL="2514663" indent="-228606" algn="l" defTabSz="914423"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6pPr>
      <a:lvl7pPr marL="2971875" indent="-228606" algn="l" defTabSz="914423"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8pPr>
      <a:lvl9pPr marL="3886298" indent="-228606" algn="l" defTabSz="914423"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9pPr>
    </p:bodyStyle>
    <p:otherStyle>
      <a:defPPr>
        <a:defRPr lang="ja-JP"/>
      </a:defPPr>
      <a:lvl1pPr marL="0" algn="l" defTabSz="914423" rtl="0" eaLnBrk="1" latinLnBrk="0" hangingPunct="1">
        <a:defRPr kumimoji="1" sz="1801" kern="1200">
          <a:solidFill>
            <a:schemeClr val="tx1"/>
          </a:solidFill>
          <a:latin typeface="+mn-lt"/>
          <a:ea typeface="+mn-ea"/>
          <a:cs typeface="+mn-cs"/>
        </a:defRPr>
      </a:lvl1pPr>
      <a:lvl2pPr marL="457211" algn="l" defTabSz="914423" rtl="0" eaLnBrk="1" latinLnBrk="0" hangingPunct="1">
        <a:defRPr kumimoji="1" sz="1801" kern="1200">
          <a:solidFill>
            <a:schemeClr val="tx1"/>
          </a:solidFill>
          <a:latin typeface="+mn-lt"/>
          <a:ea typeface="+mn-ea"/>
          <a:cs typeface="+mn-cs"/>
        </a:defRPr>
      </a:lvl2pPr>
      <a:lvl3pPr marL="914423" algn="l" defTabSz="914423" rtl="0" eaLnBrk="1" latinLnBrk="0" hangingPunct="1">
        <a:defRPr kumimoji="1" sz="1801" kern="1200">
          <a:solidFill>
            <a:schemeClr val="tx1"/>
          </a:solidFill>
          <a:latin typeface="+mn-lt"/>
          <a:ea typeface="+mn-ea"/>
          <a:cs typeface="+mn-cs"/>
        </a:defRPr>
      </a:lvl3pPr>
      <a:lvl4pPr marL="1371634" algn="l" defTabSz="914423" rtl="0" eaLnBrk="1" latinLnBrk="0" hangingPunct="1">
        <a:defRPr kumimoji="1" sz="1801" kern="1200">
          <a:solidFill>
            <a:schemeClr val="tx1"/>
          </a:solidFill>
          <a:latin typeface="+mn-lt"/>
          <a:ea typeface="+mn-ea"/>
          <a:cs typeface="+mn-cs"/>
        </a:defRPr>
      </a:lvl4pPr>
      <a:lvl5pPr marL="1828846" algn="l" defTabSz="914423" rtl="0" eaLnBrk="1" latinLnBrk="0" hangingPunct="1">
        <a:defRPr kumimoji="1" sz="1801" kern="1200">
          <a:solidFill>
            <a:schemeClr val="tx1"/>
          </a:solidFill>
          <a:latin typeface="+mn-lt"/>
          <a:ea typeface="+mn-ea"/>
          <a:cs typeface="+mn-cs"/>
        </a:defRPr>
      </a:lvl5pPr>
      <a:lvl6pPr marL="2286057" algn="l" defTabSz="914423" rtl="0" eaLnBrk="1" latinLnBrk="0" hangingPunct="1">
        <a:defRPr kumimoji="1" sz="1801" kern="1200">
          <a:solidFill>
            <a:schemeClr val="tx1"/>
          </a:solidFill>
          <a:latin typeface="+mn-lt"/>
          <a:ea typeface="+mn-ea"/>
          <a:cs typeface="+mn-cs"/>
        </a:defRPr>
      </a:lvl6pPr>
      <a:lvl7pPr marL="2743269" algn="l" defTabSz="914423" rtl="0" eaLnBrk="1" latinLnBrk="0" hangingPunct="1">
        <a:defRPr kumimoji="1" sz="1801" kern="1200">
          <a:solidFill>
            <a:schemeClr val="tx1"/>
          </a:solidFill>
          <a:latin typeface="+mn-lt"/>
          <a:ea typeface="+mn-ea"/>
          <a:cs typeface="+mn-cs"/>
        </a:defRPr>
      </a:lvl7pPr>
      <a:lvl8pPr marL="3200480" algn="l" defTabSz="914423" rtl="0" eaLnBrk="1" latinLnBrk="0" hangingPunct="1">
        <a:defRPr kumimoji="1" sz="1801" kern="1200">
          <a:solidFill>
            <a:schemeClr val="tx1"/>
          </a:solidFill>
          <a:latin typeface="+mn-lt"/>
          <a:ea typeface="+mn-ea"/>
          <a:cs typeface="+mn-cs"/>
        </a:defRPr>
      </a:lvl8pPr>
      <a:lvl9pPr marL="3657691" algn="l" defTabSz="914423" rtl="0" eaLnBrk="1" latinLnBrk="0" hangingPunct="1">
        <a:defRPr kumimoji="1"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04" userDrawn="1">
          <p15:clr>
            <a:srgbClr val="F26B43"/>
          </p15:clr>
        </p15:guide>
        <p15:guide id="2" pos="438" userDrawn="1">
          <p15:clr>
            <a:srgbClr val="F26B43"/>
          </p15:clr>
        </p15:guide>
        <p15:guide id="3" pos="7242" userDrawn="1">
          <p15:clr>
            <a:srgbClr val="F26B43"/>
          </p15:clr>
        </p15:guide>
        <p15:guide id="4" orient="horz" pos="3906" userDrawn="1">
          <p15:clr>
            <a:srgbClr val="F26B43"/>
          </p15:clr>
        </p15:guide>
        <p15:guide id="5" orient="horz" userDrawn="1">
          <p15:clr>
            <a:srgbClr val="F26B43"/>
          </p15:clr>
        </p15:guide>
        <p15:guide id="6" pos="7680" userDrawn="1">
          <p15:clr>
            <a:srgbClr val="F26B43"/>
          </p15:clr>
        </p15:guide>
        <p15:guide id="7" orient="horz" pos="4320" userDrawn="1">
          <p15:clr>
            <a:srgbClr val="F26B43"/>
          </p15:clr>
        </p15:guide>
        <p15:guide id="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lumMod val="90000"/>
            <a:lumOff val="10000"/>
          </a:schemeClr>
        </a:solidFill>
        <a:effectLst/>
      </p:bgPr>
    </p:bg>
    <p:spTree>
      <p:nvGrpSpPr>
        <p:cNvPr id="1" name=""/>
        <p:cNvGrpSpPr/>
        <p:nvPr/>
      </p:nvGrpSpPr>
      <p:grpSpPr>
        <a:xfrm>
          <a:off x="0" y="0"/>
          <a:ext cx="0" cy="0"/>
          <a:chOff x="0" y="0"/>
          <a:chExt cx="0" cy="0"/>
        </a:xfrm>
      </p:grpSpPr>
      <p:sp>
        <p:nvSpPr>
          <p:cNvPr id="8" name="テキスト ボックス 7"/>
          <p:cNvSpPr txBox="1"/>
          <p:nvPr userDrawn="1"/>
        </p:nvSpPr>
        <p:spPr>
          <a:xfrm>
            <a:off x="1305879" y="6525605"/>
            <a:ext cx="1624163" cy="176972"/>
          </a:xfrm>
          <a:prstGeom prst="rect">
            <a:avLst/>
          </a:prstGeom>
          <a:noFill/>
        </p:spPr>
        <p:txBody>
          <a:bodyPr wrap="none" rtlCol="0">
            <a:spAutoFit/>
          </a:bodyPr>
          <a:lstStyle/>
          <a:p>
            <a:r>
              <a:rPr kumimoji="1" lang="en" altLang="ja-JP" sz="550" spc="0">
                <a:solidFill>
                  <a:schemeClr val="bg1"/>
                </a:solidFill>
                <a:latin typeface="+mn-ea"/>
                <a:ea typeface="+mn-ea"/>
                <a:cs typeface="Segoe UI" panose="020B0502040204020203" pitchFamily="34" charset="0"/>
              </a:rPr>
              <a:t>© DENSO CORPORATION All Rights Reserved.</a:t>
            </a:r>
            <a:endParaRPr kumimoji="1" lang="ja-JP" altLang="en-US" sz="550" spc="0">
              <a:solidFill>
                <a:schemeClr val="bg1"/>
              </a:solidFill>
              <a:latin typeface="+mn-ea"/>
              <a:ea typeface="+mn-ea"/>
              <a:cs typeface="Segoe UI" panose="020B0502040204020203" pitchFamily="34" charset="0"/>
            </a:endParaRPr>
          </a:p>
        </p:txBody>
      </p:sp>
      <p:sp>
        <p:nvSpPr>
          <p:cNvPr id="10" name="フッター プレースホルダー 3"/>
          <p:cNvSpPr>
            <a:spLocks noGrp="1"/>
          </p:cNvSpPr>
          <p:nvPr>
            <p:ph type="ftr" sz="quarter" idx="3"/>
          </p:nvPr>
        </p:nvSpPr>
        <p:spPr>
          <a:xfrm>
            <a:off x="1306649" y="6269163"/>
            <a:ext cx="4623616" cy="365125"/>
          </a:xfrm>
          <a:prstGeom prst="rect">
            <a:avLst/>
          </a:prstGeom>
        </p:spPr>
        <p:txBody>
          <a:bodyPr anchor="ctr"/>
          <a:lstStyle>
            <a:lvl1pPr>
              <a:defRPr lang="ja-JP" altLang="en-US" sz="800">
                <a:solidFill>
                  <a:schemeClr val="bg1"/>
                </a:solidFill>
                <a:latin typeface="+mn-ea"/>
                <a:ea typeface="+mn-ea"/>
              </a:defRPr>
            </a:lvl1pPr>
          </a:lstStyle>
          <a:p>
            <a:r>
              <a:rPr lang="en" altLang="ja-JP">
                <a:cs typeface="Segoe UI" panose="020B0502040204020203" pitchFamily="34" charset="0"/>
              </a:rPr>
              <a:t>Title / Month XX, 2025 (Please enter from "Insert" → "Header and Footer")</a:t>
            </a:r>
          </a:p>
        </p:txBody>
      </p:sp>
      <p:pic>
        <p:nvPicPr>
          <p:cNvPr id="9" name="図 8"/>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192647" y="6230014"/>
            <a:ext cx="1040415" cy="592385"/>
          </a:xfrm>
          <a:prstGeom prst="rect">
            <a:avLst/>
          </a:prstGeom>
        </p:spPr>
      </p:pic>
      <p:pic>
        <p:nvPicPr>
          <p:cNvPr id="11" name="図 10"/>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10900343" y="296070"/>
            <a:ext cx="920294" cy="296869"/>
          </a:xfrm>
          <a:prstGeom prst="rect">
            <a:avLst/>
          </a:prstGeom>
        </p:spPr>
      </p:pic>
      <p:sp>
        <p:nvSpPr>
          <p:cNvPr id="7" name="タイトル プレースホルダー 2"/>
          <p:cNvSpPr>
            <a:spLocks noGrp="1"/>
          </p:cNvSpPr>
          <p:nvPr>
            <p:ph type="title"/>
          </p:nvPr>
        </p:nvSpPr>
        <p:spPr>
          <a:xfrm>
            <a:off x="0" y="254791"/>
            <a:ext cx="10806252" cy="415770"/>
          </a:xfrm>
          <a:prstGeom prst="rect">
            <a:avLst/>
          </a:prstGeom>
        </p:spPr>
        <p:txBody>
          <a:bodyPr vert="horz" lIns="396000" tIns="45720" rIns="91440" bIns="45720" rtlCol="0" anchor="t" anchorCtr="0">
            <a:noAutofit/>
          </a:bodyPr>
          <a:lstStyle/>
          <a:p>
            <a:r>
              <a:rPr kumimoji="1" lang="en" altLang="en-US"/>
              <a:t>Master Title Formatting</a:t>
            </a:r>
          </a:p>
        </p:txBody>
      </p:sp>
      <p:sp>
        <p:nvSpPr>
          <p:cNvPr id="13" name="スライド番号プレースホルダー 3"/>
          <p:cNvSpPr>
            <a:spLocks noGrp="1"/>
          </p:cNvSpPr>
          <p:nvPr>
            <p:ph type="sldNum" sz="quarter" idx="4"/>
          </p:nvPr>
        </p:nvSpPr>
        <p:spPr>
          <a:xfrm>
            <a:off x="10900342" y="6332075"/>
            <a:ext cx="736034" cy="365125"/>
          </a:xfrm>
          <a:prstGeom prst="rect">
            <a:avLst/>
          </a:prstGeom>
        </p:spPr>
        <p:txBody>
          <a:bodyPr vert="horz" lIns="91440" tIns="45720" rIns="91440" bIns="45720" rtlCol="0" anchor="ctr"/>
          <a:lstStyle>
            <a:lvl1pPr algn="r" fontAlgn="base">
              <a:defRPr sz="1401">
                <a:solidFill>
                  <a:schemeClr val="bg1"/>
                </a:solidFill>
                <a:latin typeface="+mn-ea"/>
                <a:ea typeface="+mn-ea"/>
                <a:cs typeface="Segoe UI" panose="020B0502040204020203" pitchFamily="34" charset="0"/>
              </a:defRPr>
            </a:lvl1pPr>
          </a:lstStyle>
          <a:p>
            <a:fld id="{A4345066-4952-40C1-BC8B-CE2851EC3EF2}" type="slidenum">
              <a:rPr lang="ja-JP" altLang="en-US" smtClean="0"/>
              <a:pPr/>
              <a:t>‹#›</a:t>
            </a:fld>
            <a:endParaRPr lang="en-US" altLang="ja-JP" sz="900"/>
          </a:p>
        </p:txBody>
      </p:sp>
      <p:sp>
        <p:nvSpPr>
          <p:cNvPr id="14" name="テキスト ボックス 13"/>
          <p:cNvSpPr txBox="1"/>
          <p:nvPr userDrawn="1"/>
        </p:nvSpPr>
        <p:spPr>
          <a:xfrm>
            <a:off x="11498490" y="6414312"/>
            <a:ext cx="693510" cy="246349"/>
          </a:xfrm>
          <a:prstGeom prst="rect">
            <a:avLst/>
          </a:prstGeom>
          <a:noFill/>
        </p:spPr>
        <p:txBody>
          <a:bodyPr wrap="square" rtlCol="0">
            <a:spAutoFit/>
          </a:bodyPr>
          <a:lstStyle/>
          <a:p>
            <a:pPr algn="l"/>
            <a:r>
              <a:rPr kumimoji="1" lang="en" altLang="ja-JP" sz="1001">
                <a:solidFill>
                  <a:schemeClr val="bg1"/>
                </a:solidFill>
                <a:latin typeface="+mn-ea"/>
                <a:ea typeface="+mn-ea"/>
                <a:cs typeface="Segoe UI" panose="020B0502040204020203" pitchFamily="34" charset="0"/>
              </a:rPr>
              <a:t>/ 00</a:t>
            </a:r>
            <a:endParaRPr kumimoji="1" lang="ja-JP" altLang="en-US" sz="1001">
              <a:solidFill>
                <a:schemeClr val="bg1"/>
              </a:solidFill>
              <a:latin typeface="+mn-ea"/>
              <a:ea typeface="+mn-ea"/>
              <a:cs typeface="Segoe UI" panose="020B0502040204020203" pitchFamily="34" charset="0"/>
            </a:endParaRPr>
          </a:p>
        </p:txBody>
      </p:sp>
      <p:sp>
        <p:nvSpPr>
          <p:cNvPr id="3" name="テキスト ボックス 2">
            <a:extLst>
              <a:ext uri="{FF2B5EF4-FFF2-40B4-BE49-F238E27FC236}">
                <a16:creationId xmlns:a16="http://schemas.microsoft.com/office/drawing/2014/main" id="{ED4C1865-A50A-026E-A412-BCD629EB237E}"/>
              </a:ext>
            </a:extLst>
          </p:cNvPr>
          <p:cNvSpPr txBox="1"/>
          <p:nvPr>
            <p:extLst>
              <p:ext uri="{1162E1C5-73C7-4A58-AE30-91384D911F3F}">
                <p184:classification xmlns:p184="http://schemas.microsoft.com/office/powerpoint/2018/4/main" val="hdr"/>
              </p:ext>
            </p:extLst>
          </p:nvPr>
        </p:nvSpPr>
        <p:spPr>
          <a:xfrm>
            <a:off x="5711825" y="63500"/>
            <a:ext cx="796925" cy="152400"/>
          </a:xfrm>
          <a:prstGeom prst="rect">
            <a:avLst/>
          </a:prstGeom>
        </p:spPr>
        <p:txBody>
          <a:bodyPr horzOverflow="overflow" lIns="0" tIns="0" rIns="0" bIns="0">
            <a:spAutoFit/>
          </a:bodyPr>
          <a:lstStyle/>
          <a:p>
            <a:pPr algn="l"/>
            <a:r>
              <a:rPr lang="en" altLang="en-US" sz="1000">
                <a:solidFill>
                  <a:srgbClr val="FF0000"/>
                </a:solidFill>
                <a:latin typeface="Calibri" panose="020F0502020204030204" pitchFamily="34" charset="0"/>
                <a:cs typeface="Calibri" panose="020F0502020204030204" pitchFamily="34" charset="0"/>
              </a:rPr>
              <a:t>CONFIDENTIAL</a:t>
            </a:r>
          </a:p>
        </p:txBody>
      </p:sp>
    </p:spTree>
    <p:extLst>
      <p:ext uri="{BB962C8B-B14F-4D97-AF65-F5344CB8AC3E}">
        <p14:creationId xmlns:p14="http://schemas.microsoft.com/office/powerpoint/2010/main" val="2381602814"/>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Lst>
  <p:hf hdr="0" dt="0"/>
  <p:txStyles>
    <p:titleStyle>
      <a:lvl1pPr algn="l" defTabSz="914423" rtl="0" eaLnBrk="1" latinLnBrk="0" hangingPunct="1">
        <a:lnSpc>
          <a:spcPct val="90000"/>
        </a:lnSpc>
        <a:spcBef>
          <a:spcPct val="0"/>
        </a:spcBef>
        <a:buNone/>
        <a:defRPr kumimoji="1" sz="2650" b="0" kern="1200">
          <a:solidFill>
            <a:schemeClr val="bg1"/>
          </a:solidFill>
          <a:latin typeface="+mj-ea"/>
          <a:ea typeface="+mj-ea"/>
          <a:cs typeface="Segoe UI" panose="020B0502040204020203" pitchFamily="34" charset="0"/>
        </a:defRPr>
      </a:lvl1pPr>
    </p:titleStyle>
    <p:bodyStyle>
      <a:lvl1pPr marL="228606" indent="-228606" algn="l" defTabSz="914423" rtl="0" eaLnBrk="1" latinLnBrk="0" hangingPunct="1">
        <a:lnSpc>
          <a:spcPct val="90000"/>
        </a:lnSpc>
        <a:spcBef>
          <a:spcPts val="1001"/>
        </a:spcBef>
        <a:buFont typeface="Arial" panose="020B0604020202020204" pitchFamily="34" charset="0"/>
        <a:buChar char="•"/>
        <a:defRPr kumimoji="1" sz="2800" kern="1200">
          <a:solidFill>
            <a:schemeClr val="tx1"/>
          </a:solidFill>
          <a:latin typeface="+mn-lt"/>
          <a:ea typeface="+mn-ea"/>
          <a:cs typeface="+mn-cs"/>
        </a:defRPr>
      </a:lvl1pPr>
      <a:lvl2pPr marL="685818" indent="-228606" algn="l" defTabSz="914423"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29" indent="-228606" algn="l" defTabSz="914423"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41" indent="-228606" algn="l" defTabSz="914423"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4pPr>
      <a:lvl5pPr marL="2057452" indent="-228606" algn="l" defTabSz="914423"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5pPr>
      <a:lvl6pPr marL="2514663" indent="-228606" algn="l" defTabSz="914423"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6pPr>
      <a:lvl7pPr marL="2971875" indent="-228606" algn="l" defTabSz="914423"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8pPr>
      <a:lvl9pPr marL="3886298" indent="-228606" algn="l" defTabSz="914423"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9pPr>
    </p:bodyStyle>
    <p:otherStyle>
      <a:defPPr>
        <a:defRPr lang="ja-JP"/>
      </a:defPPr>
      <a:lvl1pPr marL="0" algn="l" defTabSz="914423" rtl="0" eaLnBrk="1" latinLnBrk="0" hangingPunct="1">
        <a:defRPr kumimoji="1" sz="1801" kern="1200">
          <a:solidFill>
            <a:schemeClr val="tx1"/>
          </a:solidFill>
          <a:latin typeface="+mn-lt"/>
          <a:ea typeface="+mn-ea"/>
          <a:cs typeface="+mn-cs"/>
        </a:defRPr>
      </a:lvl1pPr>
      <a:lvl2pPr marL="457211" algn="l" defTabSz="914423" rtl="0" eaLnBrk="1" latinLnBrk="0" hangingPunct="1">
        <a:defRPr kumimoji="1" sz="1801" kern="1200">
          <a:solidFill>
            <a:schemeClr val="tx1"/>
          </a:solidFill>
          <a:latin typeface="+mn-lt"/>
          <a:ea typeface="+mn-ea"/>
          <a:cs typeface="+mn-cs"/>
        </a:defRPr>
      </a:lvl2pPr>
      <a:lvl3pPr marL="914423" algn="l" defTabSz="914423" rtl="0" eaLnBrk="1" latinLnBrk="0" hangingPunct="1">
        <a:defRPr kumimoji="1" sz="1801" kern="1200">
          <a:solidFill>
            <a:schemeClr val="tx1"/>
          </a:solidFill>
          <a:latin typeface="+mn-lt"/>
          <a:ea typeface="+mn-ea"/>
          <a:cs typeface="+mn-cs"/>
        </a:defRPr>
      </a:lvl3pPr>
      <a:lvl4pPr marL="1371634" algn="l" defTabSz="914423" rtl="0" eaLnBrk="1" latinLnBrk="0" hangingPunct="1">
        <a:defRPr kumimoji="1" sz="1801" kern="1200">
          <a:solidFill>
            <a:schemeClr val="tx1"/>
          </a:solidFill>
          <a:latin typeface="+mn-lt"/>
          <a:ea typeface="+mn-ea"/>
          <a:cs typeface="+mn-cs"/>
        </a:defRPr>
      </a:lvl4pPr>
      <a:lvl5pPr marL="1828846" algn="l" defTabSz="914423" rtl="0" eaLnBrk="1" latinLnBrk="0" hangingPunct="1">
        <a:defRPr kumimoji="1" sz="1801" kern="1200">
          <a:solidFill>
            <a:schemeClr val="tx1"/>
          </a:solidFill>
          <a:latin typeface="+mn-lt"/>
          <a:ea typeface="+mn-ea"/>
          <a:cs typeface="+mn-cs"/>
        </a:defRPr>
      </a:lvl5pPr>
      <a:lvl6pPr marL="2286057" algn="l" defTabSz="914423" rtl="0" eaLnBrk="1" latinLnBrk="0" hangingPunct="1">
        <a:defRPr kumimoji="1" sz="1801" kern="1200">
          <a:solidFill>
            <a:schemeClr val="tx1"/>
          </a:solidFill>
          <a:latin typeface="+mn-lt"/>
          <a:ea typeface="+mn-ea"/>
          <a:cs typeface="+mn-cs"/>
        </a:defRPr>
      </a:lvl6pPr>
      <a:lvl7pPr marL="2743269" algn="l" defTabSz="914423" rtl="0" eaLnBrk="1" latinLnBrk="0" hangingPunct="1">
        <a:defRPr kumimoji="1" sz="1801" kern="1200">
          <a:solidFill>
            <a:schemeClr val="tx1"/>
          </a:solidFill>
          <a:latin typeface="+mn-lt"/>
          <a:ea typeface="+mn-ea"/>
          <a:cs typeface="+mn-cs"/>
        </a:defRPr>
      </a:lvl7pPr>
      <a:lvl8pPr marL="3200480" algn="l" defTabSz="914423" rtl="0" eaLnBrk="1" latinLnBrk="0" hangingPunct="1">
        <a:defRPr kumimoji="1" sz="1801" kern="1200">
          <a:solidFill>
            <a:schemeClr val="tx1"/>
          </a:solidFill>
          <a:latin typeface="+mn-lt"/>
          <a:ea typeface="+mn-ea"/>
          <a:cs typeface="+mn-cs"/>
        </a:defRPr>
      </a:lvl8pPr>
      <a:lvl9pPr marL="3657691" algn="l" defTabSz="914423" rtl="0" eaLnBrk="1" latinLnBrk="0" hangingPunct="1">
        <a:defRPr kumimoji="1"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04" userDrawn="1">
          <p15:clr>
            <a:srgbClr val="F26B43"/>
          </p15:clr>
        </p15:guide>
        <p15:guide id="2" pos="438" userDrawn="1">
          <p15:clr>
            <a:srgbClr val="F26B43"/>
          </p15:clr>
        </p15:guide>
        <p15:guide id="3" pos="7242" userDrawn="1">
          <p15:clr>
            <a:srgbClr val="F26B43"/>
          </p15:clr>
        </p15:guide>
        <p15:guide id="4" orient="horz" pos="3906" userDrawn="1">
          <p15:clr>
            <a:srgbClr val="F26B43"/>
          </p15:clr>
        </p15:guide>
        <p15:guide id="5" orient="horz" userDrawn="1">
          <p15:clr>
            <a:srgbClr val="F26B43"/>
          </p15:clr>
        </p15:guide>
        <p15:guide id="6" userDrawn="1">
          <p15:clr>
            <a:srgbClr val="F26B43"/>
          </p15:clr>
        </p15:guide>
        <p15:guide id="7" pos="7680" userDrawn="1">
          <p15:clr>
            <a:srgbClr val="F26B43"/>
          </p15:clr>
        </p15:guide>
        <p15:guide id="8" orient="horz" pos="432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FA5FB35-6447-3CCA-F96D-DB8C658E61B3}"/>
              </a:ext>
            </a:extLst>
          </p:cNvPr>
          <p:cNvSpPr>
            <a:spLocks noGrp="1"/>
          </p:cNvSpPr>
          <p:nvPr>
            <p:ph type="body" sz="quarter" idx="41"/>
          </p:nvPr>
        </p:nvSpPr>
        <p:spPr/>
        <p:txBody>
          <a:bodyPr/>
          <a:lstStyle/>
          <a:p>
            <a:r>
              <a:rPr lang="en" altLang="en-US"/>
              <a:t>Digikey</a:t>
            </a:r>
            <a:endParaRPr lang="en-US" altLang="ja-JP"/>
          </a:p>
          <a:p>
            <a:r>
              <a:rPr lang="en" altLang="ja-JP"/>
              <a:t>SDK Development Business Overview</a:t>
            </a:r>
            <a:endParaRPr kumimoji="1" lang="ja-JP" altLang="en-US"/>
          </a:p>
        </p:txBody>
      </p:sp>
      <p:sp>
        <p:nvSpPr>
          <p:cNvPr id="4" name="テキスト プレースホルダー 3">
            <a:extLst>
              <a:ext uri="{FF2B5EF4-FFF2-40B4-BE49-F238E27FC236}">
                <a16:creationId xmlns:a16="http://schemas.microsoft.com/office/drawing/2014/main" id="{3CD2B961-F5BF-9D09-F11B-15256D1190E9}"/>
              </a:ext>
            </a:extLst>
          </p:cNvPr>
          <p:cNvSpPr>
            <a:spLocks noGrp="1"/>
          </p:cNvSpPr>
          <p:nvPr>
            <p:ph type="body" sz="quarter" idx="12"/>
          </p:nvPr>
        </p:nvSpPr>
        <p:spPr>
          <a:xfrm>
            <a:off x="539921" y="5210947"/>
            <a:ext cx="3431752" cy="996011"/>
          </a:xfrm>
        </p:spPr>
        <p:txBody>
          <a:bodyPr anchor="ctr"/>
          <a:lstStyle/>
          <a:p>
            <a:pPr>
              <a:lnSpc>
                <a:spcPct val="150000"/>
              </a:lnSpc>
            </a:pPr>
            <a:r>
              <a:rPr kumimoji="1" lang="en" altLang="en-US" sz="1400"/>
              <a:t>SDV Infrastructure Technology Office, Electronic System Technology Department</a:t>
            </a:r>
          </a:p>
        </p:txBody>
      </p:sp>
      <p:sp>
        <p:nvSpPr>
          <p:cNvPr id="5" name="テキスト プレースホルダー 4">
            <a:extLst>
              <a:ext uri="{FF2B5EF4-FFF2-40B4-BE49-F238E27FC236}">
                <a16:creationId xmlns:a16="http://schemas.microsoft.com/office/drawing/2014/main" id="{372BF8D9-AF8D-3C9B-E503-BEACA4C6EFA2}"/>
              </a:ext>
            </a:extLst>
          </p:cNvPr>
          <p:cNvSpPr>
            <a:spLocks noGrp="1"/>
          </p:cNvSpPr>
          <p:nvPr>
            <p:ph type="body" sz="quarter" idx="40"/>
          </p:nvPr>
        </p:nvSpPr>
        <p:spPr/>
        <p:txBody>
          <a:bodyPr/>
          <a:lstStyle/>
          <a:p>
            <a:r>
              <a:rPr kumimoji="1" lang="en" altLang="ja-JP"/>
              <a:t>2026/05/11</a:t>
            </a:r>
            <a:endParaRPr kumimoji="1" lang="ja-JP" altLang="en-US"/>
          </a:p>
        </p:txBody>
      </p:sp>
      <p:pic>
        <p:nvPicPr>
          <p:cNvPr id="8" name="図 7">
            <a:extLst>
              <a:ext uri="{FF2B5EF4-FFF2-40B4-BE49-F238E27FC236}">
                <a16:creationId xmlns:a16="http://schemas.microsoft.com/office/drawing/2014/main" id="{A593B841-A0AB-BB6B-28C1-F205D4F95926}"/>
              </a:ext>
            </a:extLst>
          </p:cNvPr>
          <p:cNvPicPr>
            <a:picLocks noChangeAspect="1"/>
          </p:cNvPicPr>
          <p:nvPr/>
        </p:nvPicPr>
        <p:blipFill>
          <a:blip r:embed="rId2"/>
          <a:stretch>
            <a:fillRect/>
          </a:stretch>
        </p:blipFill>
        <p:spPr>
          <a:xfrm>
            <a:off x="7223760" y="5327953"/>
            <a:ext cx="702679" cy="694658"/>
          </a:xfrm>
          <a:prstGeom prst="rect">
            <a:avLst/>
          </a:prstGeom>
        </p:spPr>
      </p:pic>
      <p:cxnSp>
        <p:nvCxnSpPr>
          <p:cNvPr id="10" name="直線コネクタ 9">
            <a:extLst>
              <a:ext uri="{FF2B5EF4-FFF2-40B4-BE49-F238E27FC236}">
                <a16:creationId xmlns:a16="http://schemas.microsoft.com/office/drawing/2014/main" id="{4A225A0D-3008-5CC5-1C30-F6A29C52011B}"/>
              </a:ext>
            </a:extLst>
          </p:cNvPr>
          <p:cNvCxnSpPr/>
          <p:nvPr/>
        </p:nvCxnSpPr>
        <p:spPr>
          <a:xfrm flipH="1">
            <a:off x="6096000" y="5153328"/>
            <a:ext cx="883920" cy="996012"/>
          </a:xfrm>
          <a:prstGeom prst="line">
            <a:avLst/>
          </a:prstGeom>
          <a:ln>
            <a:tailEnd type="none"/>
          </a:ln>
        </p:spPr>
        <p:style>
          <a:lnRef idx="1">
            <a:schemeClr val="dk1"/>
          </a:lnRef>
          <a:fillRef idx="0">
            <a:schemeClr val="dk1"/>
          </a:fillRef>
          <a:effectRef idx="0">
            <a:schemeClr val="dk1"/>
          </a:effectRef>
          <a:fontRef idx="minor">
            <a:schemeClr val="tx1"/>
          </a:fontRef>
        </p:style>
      </p:cxnSp>
      <p:pic>
        <p:nvPicPr>
          <p:cNvPr id="6" name="図 5">
            <a:extLst>
              <a:ext uri="{FF2B5EF4-FFF2-40B4-BE49-F238E27FC236}">
                <a16:creationId xmlns:a16="http://schemas.microsoft.com/office/drawing/2014/main" id="{F4B86A47-D45D-4D5E-73C9-78AE7E85155A}"/>
              </a:ext>
            </a:extLst>
          </p:cNvPr>
          <p:cNvPicPr>
            <a:picLocks noChangeAspect="1"/>
          </p:cNvPicPr>
          <p:nvPr/>
        </p:nvPicPr>
        <p:blipFill>
          <a:blip r:embed="rId3"/>
          <a:stretch>
            <a:fillRect/>
          </a:stretch>
        </p:blipFill>
        <p:spPr>
          <a:xfrm>
            <a:off x="5032248" y="5327953"/>
            <a:ext cx="762000" cy="762000"/>
          </a:xfrm>
          <a:prstGeom prst="rect">
            <a:avLst/>
          </a:prstGeom>
        </p:spPr>
      </p:pic>
    </p:spTree>
    <p:extLst>
      <p:ext uri="{BB962C8B-B14F-4D97-AF65-F5344CB8AC3E}">
        <p14:creationId xmlns:p14="http://schemas.microsoft.com/office/powerpoint/2010/main" val="3050758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A96CA32-B87D-08E8-06EA-803F0CE67E3F}"/>
              </a:ext>
            </a:extLst>
          </p:cNvPr>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3" name="スライド番号プレースホルダー 2">
            <a:extLst>
              <a:ext uri="{FF2B5EF4-FFF2-40B4-BE49-F238E27FC236}">
                <a16:creationId xmlns:a16="http://schemas.microsoft.com/office/drawing/2014/main" id="{9C65F68A-C67E-AC05-7E21-F6D68C00F59B}"/>
              </a:ext>
            </a:extLst>
          </p:cNvPr>
          <p:cNvSpPr>
            <a:spLocks noGrp="1"/>
          </p:cNvSpPr>
          <p:nvPr>
            <p:ph type="sldNum" sz="quarter" idx="11"/>
          </p:nvPr>
        </p:nvSpPr>
        <p:spPr/>
        <p:txBody>
          <a:bodyPr/>
          <a:lstStyle/>
          <a:p>
            <a:fld id="{A4345066-4952-40C1-BC8B-CE2851EC3EF2}" type="slidenum">
              <a:rPr lang="ja-JP" altLang="en-US" smtClean="0">
                <a:solidFill>
                  <a:schemeClr val="bg1">
                    <a:lumMod val="65000"/>
                  </a:schemeClr>
                </a:solidFill>
                <a:ea typeface="Yu Gothic UI Light" panose="020B0300000000000000" pitchFamily="50" charset="-128"/>
              </a:rPr>
              <a:pPr/>
              <a:t>2</a:t>
            </a:fld>
            <a:endParaRPr lang="en-US" altLang="ja-JP" sz="900">
              <a:solidFill>
                <a:schemeClr val="bg1">
                  <a:lumMod val="65000"/>
                </a:schemeClr>
              </a:solidFill>
              <a:ea typeface="Yu Gothic UI Light" panose="020B0300000000000000" pitchFamily="50" charset="-128"/>
            </a:endParaRPr>
          </a:p>
        </p:txBody>
      </p:sp>
      <p:sp>
        <p:nvSpPr>
          <p:cNvPr id="4" name="テキスト プレースホルダー 3">
            <a:extLst>
              <a:ext uri="{FF2B5EF4-FFF2-40B4-BE49-F238E27FC236}">
                <a16:creationId xmlns:a16="http://schemas.microsoft.com/office/drawing/2014/main" id="{258DBE3D-88CB-6FD5-4A91-6B7116330A83}"/>
              </a:ext>
            </a:extLst>
          </p:cNvPr>
          <p:cNvSpPr>
            <a:spLocks noGrp="1"/>
          </p:cNvSpPr>
          <p:nvPr>
            <p:ph type="body" sz="quarter" idx="18"/>
          </p:nvPr>
        </p:nvSpPr>
        <p:spPr>
          <a:xfrm>
            <a:off x="1742419" y="1636766"/>
            <a:ext cx="9817626" cy="4293725"/>
          </a:xfrm>
        </p:spPr>
        <p:txBody>
          <a:bodyPr/>
          <a:lstStyle/>
          <a:p>
            <a:r>
              <a:rPr lang="en" altLang="en-US" sz="2000"/>
              <a:t>Product Overview</a:t>
            </a:r>
            <a:endParaRPr lang="en-US" altLang="ja-JP" sz="2000"/>
          </a:p>
          <a:p>
            <a:r>
              <a:rPr lang="en" altLang="en-US" sz="2000"/>
              <a:t>System Configuration</a:t>
            </a:r>
            <a:endParaRPr lang="en-US" altLang="ja-JP" sz="2000"/>
          </a:p>
          <a:p>
            <a:r>
              <a:rPr lang="en" altLang="en-US" sz="2000"/>
              <a:t>Development and Operation System</a:t>
            </a:r>
            <a:endParaRPr lang="en-US" altLang="ja-JP" sz="2000"/>
          </a:p>
          <a:p>
            <a:r>
              <a:rPr lang="en" altLang="ja-JP" sz="2000"/>
              <a:t>Division of responsibilities within SDK development T</a:t>
            </a:r>
            <a:endParaRPr lang="en-US" altLang="ja-JP" sz="2000"/>
          </a:p>
          <a:p>
            <a:r>
              <a:rPr lang="en" altLang="en-US" sz="2000"/>
              <a:t>(1) </a:t>
            </a:r>
            <a:r>
              <a:rPr lang="en" altLang="ja-JP" sz="2000"/>
              <a:t>SDK Change, Maintenance and Development Process</a:t>
            </a:r>
            <a:endParaRPr lang="en-US" altLang="ja-JP" sz="2000"/>
          </a:p>
          <a:p>
            <a:r>
              <a:rPr kumimoji="1" lang="en" altLang="ja-JP" sz="2000"/>
              <a:t>(1) List of SDK Changes, Maintenance and Development Deliverables</a:t>
            </a:r>
            <a:endParaRPr lang="en-US" altLang="ja-JP" sz="2000"/>
          </a:p>
          <a:p>
            <a:r>
              <a:rPr lang="en" altLang="en-US" sz="2000"/>
              <a:t>(1) </a:t>
            </a:r>
            <a:r>
              <a:rPr lang="en" altLang="ja-JP" sz="2000"/>
              <a:t>Overview of SDK Change, Maintenance and Development</a:t>
            </a:r>
            <a:endParaRPr lang="en-US" altLang="ja-JP" sz="2000"/>
          </a:p>
          <a:p>
            <a:r>
              <a:rPr lang="en" altLang="en-US" sz="2000"/>
              <a:t>(2) </a:t>
            </a:r>
            <a:r>
              <a:rPr lang="en" altLang="ja-JP" sz="2000"/>
              <a:t>Outline of design confirmation and defect analysis related to SDK</a:t>
            </a:r>
            <a:endParaRPr lang="en-US" altLang="ja-JP" sz="2000"/>
          </a:p>
          <a:p>
            <a:r>
              <a:rPr lang="en" altLang="en-US" sz="2000"/>
              <a:t>Outline transfer schedule</a:t>
            </a:r>
            <a:endParaRPr lang="en-US" altLang="ja-JP" sz="2000"/>
          </a:p>
          <a:p>
            <a:endParaRPr lang="en-US" altLang="ja-JP"/>
          </a:p>
        </p:txBody>
      </p:sp>
      <p:sp>
        <p:nvSpPr>
          <p:cNvPr id="5" name="テキスト プレースホルダー 4">
            <a:extLst>
              <a:ext uri="{FF2B5EF4-FFF2-40B4-BE49-F238E27FC236}">
                <a16:creationId xmlns:a16="http://schemas.microsoft.com/office/drawing/2014/main" id="{D5DE0738-D467-7F25-3D0D-D86BE6BD6815}"/>
              </a:ext>
            </a:extLst>
          </p:cNvPr>
          <p:cNvSpPr>
            <a:spLocks noGrp="1"/>
          </p:cNvSpPr>
          <p:nvPr>
            <p:ph type="body" sz="quarter" idx="12"/>
          </p:nvPr>
        </p:nvSpPr>
        <p:spPr/>
        <p:txBody>
          <a:bodyPr/>
          <a:lstStyle/>
          <a:p>
            <a:r>
              <a:rPr kumimoji="1" lang="en" altLang="en-US"/>
              <a:t>Table of Contents</a:t>
            </a:r>
          </a:p>
        </p:txBody>
      </p:sp>
      <p:sp>
        <p:nvSpPr>
          <p:cNvPr id="6" name="テキスト プレースホルダー 5">
            <a:extLst>
              <a:ext uri="{FF2B5EF4-FFF2-40B4-BE49-F238E27FC236}">
                <a16:creationId xmlns:a16="http://schemas.microsoft.com/office/drawing/2014/main" id="{8E0A359C-7400-DF3B-238B-EF0B535A57D5}"/>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862669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5374E99-6B57-51F1-B804-991039A750BC}"/>
              </a:ext>
            </a:extLst>
          </p:cNvPr>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3" name="スライド番号プレースホルダー 2">
            <a:extLst>
              <a:ext uri="{FF2B5EF4-FFF2-40B4-BE49-F238E27FC236}">
                <a16:creationId xmlns:a16="http://schemas.microsoft.com/office/drawing/2014/main" id="{A27DA0EC-5670-DB70-FAAA-1CAC62246FD2}"/>
              </a:ext>
            </a:extLst>
          </p:cNvPr>
          <p:cNvSpPr>
            <a:spLocks noGrp="1"/>
          </p:cNvSpPr>
          <p:nvPr>
            <p:ph type="sldNum" sz="quarter" idx="11"/>
          </p:nvPr>
        </p:nvSpPr>
        <p:spPr/>
        <p:txBody>
          <a:bodyPr/>
          <a:lstStyle/>
          <a:p>
            <a:fld id="{A4345066-4952-40C1-BC8B-CE2851EC3EF2}" type="slidenum">
              <a:rPr lang="ja-JP" altLang="en-US" smtClean="0">
                <a:solidFill>
                  <a:schemeClr val="bg1">
                    <a:lumMod val="65000"/>
                  </a:schemeClr>
                </a:solidFill>
                <a:ea typeface="Yu Gothic UI Light" panose="020B0300000000000000" pitchFamily="50" charset="-128"/>
              </a:rPr>
              <a:pPr/>
              <a:t>3</a:t>
            </a:fld>
            <a:endParaRPr lang="en-US" altLang="ja-JP" sz="900">
              <a:solidFill>
                <a:schemeClr val="bg1">
                  <a:lumMod val="65000"/>
                </a:schemeClr>
              </a:solidFill>
              <a:ea typeface="Yu Gothic UI Light" panose="020B0300000000000000" pitchFamily="50" charset="-128"/>
            </a:endParaRPr>
          </a:p>
        </p:txBody>
      </p:sp>
      <p:sp>
        <p:nvSpPr>
          <p:cNvPr id="4" name="テキスト プレースホルダー 3">
            <a:extLst>
              <a:ext uri="{FF2B5EF4-FFF2-40B4-BE49-F238E27FC236}">
                <a16:creationId xmlns:a16="http://schemas.microsoft.com/office/drawing/2014/main" id="{026295AF-1681-999E-807C-53D518EDD23E}"/>
              </a:ext>
            </a:extLst>
          </p:cNvPr>
          <p:cNvSpPr>
            <a:spLocks noGrp="1"/>
          </p:cNvSpPr>
          <p:nvPr>
            <p:ph type="body" sz="quarter" idx="16"/>
          </p:nvPr>
        </p:nvSpPr>
        <p:spPr/>
        <p:txBody>
          <a:bodyPr/>
          <a:lstStyle/>
          <a:p>
            <a:endParaRPr kumimoji="1" lang="ja-JP" altLang="en-US"/>
          </a:p>
        </p:txBody>
      </p:sp>
      <p:sp>
        <p:nvSpPr>
          <p:cNvPr id="5" name="タイトル 4">
            <a:extLst>
              <a:ext uri="{FF2B5EF4-FFF2-40B4-BE49-F238E27FC236}">
                <a16:creationId xmlns:a16="http://schemas.microsoft.com/office/drawing/2014/main" id="{21ADCFA2-64B3-2E17-F534-538E57E6FC3C}"/>
              </a:ext>
            </a:extLst>
          </p:cNvPr>
          <p:cNvSpPr>
            <a:spLocks noGrp="1"/>
          </p:cNvSpPr>
          <p:nvPr>
            <p:ph type="title"/>
          </p:nvPr>
        </p:nvSpPr>
        <p:spPr/>
        <p:txBody>
          <a:bodyPr/>
          <a:lstStyle/>
          <a:p>
            <a:r>
              <a:rPr lang="en" altLang="ja-JP"/>
              <a:t>1. Product Overview</a:t>
            </a:r>
            <a:endParaRPr kumimoji="1" lang="ja-JP" altLang="en-US"/>
          </a:p>
        </p:txBody>
      </p:sp>
      <p:sp>
        <p:nvSpPr>
          <p:cNvPr id="6" name="コンテンツ プレースホルダー 2">
            <a:extLst>
              <a:ext uri="{FF2B5EF4-FFF2-40B4-BE49-F238E27FC236}">
                <a16:creationId xmlns:a16="http://schemas.microsoft.com/office/drawing/2014/main" id="{BB401ADA-E03E-85E2-0807-D89B64AFF1AE}"/>
              </a:ext>
            </a:extLst>
          </p:cNvPr>
          <p:cNvSpPr txBox="1">
            <a:spLocks/>
          </p:cNvSpPr>
          <p:nvPr/>
        </p:nvSpPr>
        <p:spPr>
          <a:xfrm>
            <a:off x="1068033" y="1355320"/>
            <a:ext cx="2481034" cy="728998"/>
          </a:xfrm>
          <a:prstGeom prst="rect">
            <a:avLst/>
          </a:prstGeom>
        </p:spPr>
        <p:txBody>
          <a:bodyPr vert="horz" wrap="none" lIns="51388" tIns="25694" rIns="51388" bIns="25694" rtlCol="0">
            <a:spAutoFit/>
          </a:bodyPr>
          <a:lstStyle>
            <a:lvl1pPr marL="0" indent="0" algn="l" defTabSz="914400" rtl="0" eaLnBrk="1" latinLnBrk="0" hangingPunct="1">
              <a:lnSpc>
                <a:spcPct val="100000"/>
              </a:lnSpc>
              <a:spcBef>
                <a:spcPts val="0"/>
              </a:spcBef>
              <a:buFont typeface="Arial" panose="020B0604020202020204" pitchFamily="34" charset="0"/>
              <a:buNone/>
              <a:defRPr kumimoji="1" sz="12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 altLang="en-US" sz="1100" b="1" u="sng">
                <a:latin typeface="+mn-ea"/>
                <a:ea typeface="+mn-ea"/>
              </a:rPr>
              <a:t>(1) Door lock opening and closing</a:t>
            </a:r>
            <a:endParaRPr lang="en-US" altLang="ja-JP" sz="1100" b="1" u="sng">
              <a:latin typeface="+mn-ea"/>
              <a:ea typeface="+mn-ea"/>
            </a:endParaRPr>
          </a:p>
          <a:p>
            <a:r>
              <a:rPr lang="en" altLang="en-US" sz="1100">
                <a:latin typeface="+mn-ea"/>
                <a:ea typeface="+mn-ea"/>
              </a:rPr>
              <a:t>Instead of the traditional Fob key,</a:t>
            </a:r>
            <a:endParaRPr lang="en-US" altLang="ja-JP" sz="1100">
              <a:latin typeface="+mn-ea"/>
              <a:ea typeface="+mn-ea"/>
            </a:endParaRPr>
          </a:p>
          <a:p>
            <a:r>
              <a:rPr lang="en" altLang="en-US" sz="1100">
                <a:latin typeface="+mn-ea"/>
                <a:ea typeface="+mn-ea"/>
              </a:rPr>
              <a:t>By operating your smartphone,</a:t>
            </a:r>
            <a:endParaRPr lang="en-US" altLang="ja-JP" sz="1100">
              <a:latin typeface="+mn-ea"/>
              <a:ea typeface="+mn-ea"/>
            </a:endParaRPr>
          </a:p>
          <a:p>
            <a:r>
              <a:rPr lang="en" altLang="en-US" sz="1100">
                <a:latin typeface="+mn-ea"/>
                <a:ea typeface="+mn-ea"/>
              </a:rPr>
              <a:t>Door locks can be opened and closed.</a:t>
            </a:r>
            <a:endParaRPr lang="en-US" altLang="ja-JP" sz="2000">
              <a:latin typeface="+mn-ea"/>
              <a:ea typeface="+mn-ea"/>
            </a:endParaRPr>
          </a:p>
        </p:txBody>
      </p:sp>
      <p:pic>
        <p:nvPicPr>
          <p:cNvPr id="7" name="図 6">
            <a:extLst>
              <a:ext uri="{FF2B5EF4-FFF2-40B4-BE49-F238E27FC236}">
                <a16:creationId xmlns:a16="http://schemas.microsoft.com/office/drawing/2014/main" id="{B9E74444-4A91-454C-9B88-61E32F13B1E7}"/>
              </a:ext>
            </a:extLst>
          </p:cNvPr>
          <p:cNvPicPr>
            <a:picLocks noChangeAspect="1"/>
          </p:cNvPicPr>
          <p:nvPr/>
        </p:nvPicPr>
        <p:blipFill rotWithShape="1">
          <a:blip r:embed="rId2"/>
          <a:srcRect l="1150" r="61155" b="11149"/>
          <a:stretch/>
        </p:blipFill>
        <p:spPr>
          <a:xfrm>
            <a:off x="1068033" y="2329519"/>
            <a:ext cx="2392110" cy="1561227"/>
          </a:xfrm>
          <a:prstGeom prst="rect">
            <a:avLst/>
          </a:prstGeom>
        </p:spPr>
      </p:pic>
      <p:pic>
        <p:nvPicPr>
          <p:cNvPr id="8" name="図 7">
            <a:extLst>
              <a:ext uri="{FF2B5EF4-FFF2-40B4-BE49-F238E27FC236}">
                <a16:creationId xmlns:a16="http://schemas.microsoft.com/office/drawing/2014/main" id="{1EE34EA0-4583-B7AE-C7F4-00FACF82F85C}"/>
              </a:ext>
            </a:extLst>
          </p:cNvPr>
          <p:cNvPicPr>
            <a:picLocks noChangeAspect="1"/>
          </p:cNvPicPr>
          <p:nvPr/>
        </p:nvPicPr>
        <p:blipFill rotWithShape="1">
          <a:blip r:embed="rId2"/>
          <a:srcRect l="45972" r="3974"/>
          <a:stretch/>
        </p:blipFill>
        <p:spPr>
          <a:xfrm>
            <a:off x="4150414" y="2311038"/>
            <a:ext cx="2779486" cy="1537564"/>
          </a:xfrm>
          <a:prstGeom prst="rect">
            <a:avLst/>
          </a:prstGeom>
        </p:spPr>
      </p:pic>
      <p:sp>
        <p:nvSpPr>
          <p:cNvPr id="9" name="コンテンツ プレースホルダー 2">
            <a:extLst>
              <a:ext uri="{FF2B5EF4-FFF2-40B4-BE49-F238E27FC236}">
                <a16:creationId xmlns:a16="http://schemas.microsoft.com/office/drawing/2014/main" id="{3EFD92C3-7350-A5A4-EE10-FE3FB10CA71A}"/>
              </a:ext>
            </a:extLst>
          </p:cNvPr>
          <p:cNvSpPr txBox="1">
            <a:spLocks/>
          </p:cNvSpPr>
          <p:nvPr/>
        </p:nvSpPr>
        <p:spPr>
          <a:xfrm>
            <a:off x="3578774" y="1355320"/>
            <a:ext cx="2219744" cy="744387"/>
          </a:xfrm>
          <a:prstGeom prst="rect">
            <a:avLst/>
          </a:prstGeom>
        </p:spPr>
        <p:txBody>
          <a:bodyPr vert="horz" wrap="none" lIns="51388" tIns="25694" rIns="51388" bIns="25694" rtlCol="0">
            <a:spAutoFit/>
          </a:bodyPr>
          <a:lstStyle>
            <a:lvl1pPr marL="0" indent="0" algn="l" defTabSz="914400" rtl="0" eaLnBrk="1" latinLnBrk="0" hangingPunct="1">
              <a:lnSpc>
                <a:spcPct val="100000"/>
              </a:lnSpc>
              <a:spcBef>
                <a:spcPts val="0"/>
              </a:spcBef>
              <a:buFont typeface="Arial" panose="020B0604020202020204" pitchFamily="34" charset="0"/>
              <a:buNone/>
              <a:defRPr kumimoji="1" sz="12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 altLang="en-US" sz="1100" b="1" u="sng">
                <a:latin typeface="+mn-ea"/>
                <a:ea typeface="+mn-ea"/>
              </a:rPr>
              <a:t>(2) Start the engine</a:t>
            </a:r>
            <a:endParaRPr lang="en-US" altLang="ja-JP" sz="1100" b="1" u="sng">
              <a:latin typeface="+mn-ea"/>
              <a:ea typeface="+mn-ea"/>
            </a:endParaRPr>
          </a:p>
          <a:p>
            <a:r>
              <a:rPr lang="en" altLang="en-US" sz="1100">
                <a:latin typeface="+mn-ea"/>
                <a:ea typeface="+mn-ea"/>
              </a:rPr>
              <a:t>If you have a smartphone,</a:t>
            </a:r>
            <a:endParaRPr lang="en-US" altLang="ja-JP" sz="1100">
              <a:latin typeface="+mn-ea"/>
              <a:ea typeface="+mn-ea"/>
            </a:endParaRPr>
          </a:p>
          <a:p>
            <a:r>
              <a:rPr lang="en" altLang="en-US" sz="1100">
                <a:latin typeface="+mn-ea"/>
                <a:ea typeface="+mn-ea"/>
              </a:rPr>
              <a:t>With the push of the push button,</a:t>
            </a:r>
            <a:endParaRPr lang="en-US" altLang="ja-JP" sz="1100">
              <a:latin typeface="+mn-ea"/>
              <a:ea typeface="+mn-ea"/>
            </a:endParaRPr>
          </a:p>
          <a:p>
            <a:r>
              <a:rPr lang="en" altLang="en-US" sz="1100">
                <a:latin typeface="+mn-ea"/>
                <a:ea typeface="+mn-ea"/>
              </a:rPr>
              <a:t>The engine can be started.</a:t>
            </a:r>
            <a:endParaRPr lang="en-US" altLang="ja-JP" sz="2000">
              <a:latin typeface="+mn-ea"/>
              <a:ea typeface="+mn-ea"/>
            </a:endParaRPr>
          </a:p>
        </p:txBody>
      </p:sp>
      <p:sp>
        <p:nvSpPr>
          <p:cNvPr id="10" name="コンテンツ プレースホルダー 2">
            <a:extLst>
              <a:ext uri="{FF2B5EF4-FFF2-40B4-BE49-F238E27FC236}">
                <a16:creationId xmlns:a16="http://schemas.microsoft.com/office/drawing/2014/main" id="{51A8C555-CA56-A444-7B02-2556586848FB}"/>
              </a:ext>
            </a:extLst>
          </p:cNvPr>
          <p:cNvSpPr txBox="1">
            <a:spLocks/>
          </p:cNvSpPr>
          <p:nvPr/>
        </p:nvSpPr>
        <p:spPr>
          <a:xfrm>
            <a:off x="5865888" y="1355320"/>
            <a:ext cx="2481034" cy="728998"/>
          </a:xfrm>
          <a:prstGeom prst="rect">
            <a:avLst/>
          </a:prstGeom>
        </p:spPr>
        <p:txBody>
          <a:bodyPr vert="horz" wrap="none" lIns="51388" tIns="25694" rIns="51388" bIns="25694" rtlCol="0">
            <a:spAutoFit/>
          </a:bodyPr>
          <a:lstStyle>
            <a:lvl1pPr marL="0" indent="0" algn="l" defTabSz="914400" rtl="0" eaLnBrk="1" latinLnBrk="0" hangingPunct="1">
              <a:lnSpc>
                <a:spcPct val="100000"/>
              </a:lnSpc>
              <a:spcBef>
                <a:spcPts val="0"/>
              </a:spcBef>
              <a:buFont typeface="Arial" panose="020B0604020202020204" pitchFamily="34" charset="0"/>
              <a:buNone/>
              <a:defRPr kumimoji="1" sz="12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 altLang="en-US" sz="1100" b="1" u="sng">
                <a:latin typeface="+mn-ea"/>
                <a:ea typeface="+mn-ea"/>
              </a:rPr>
              <a:t>(3) Smart Entry</a:t>
            </a:r>
            <a:endParaRPr lang="en-US" altLang="ja-JP" sz="1100" b="1" u="sng">
              <a:latin typeface="+mn-ea"/>
              <a:ea typeface="+mn-ea"/>
            </a:endParaRPr>
          </a:p>
          <a:p>
            <a:r>
              <a:rPr lang="en" altLang="en-US" sz="1100">
                <a:latin typeface="+mn-ea"/>
                <a:ea typeface="+mn-ea"/>
              </a:rPr>
              <a:t>If you have a smartphone,</a:t>
            </a:r>
            <a:endParaRPr lang="en-US" altLang="ja-JP" sz="1100">
              <a:latin typeface="+mn-ea"/>
              <a:ea typeface="+mn-ea"/>
            </a:endParaRPr>
          </a:p>
          <a:p>
            <a:r>
              <a:rPr lang="en" altLang="en-US" sz="1100">
                <a:latin typeface="+mn-ea"/>
                <a:ea typeface="+mn-ea"/>
              </a:rPr>
              <a:t>With the touch of the door handle,</a:t>
            </a:r>
            <a:endParaRPr lang="en-US" altLang="ja-JP" sz="1100">
              <a:latin typeface="+mn-ea"/>
              <a:ea typeface="+mn-ea"/>
            </a:endParaRPr>
          </a:p>
          <a:p>
            <a:r>
              <a:rPr lang="en" altLang="en-US" sz="1100">
                <a:latin typeface="+mn-ea"/>
                <a:ea typeface="+mn-ea"/>
              </a:rPr>
              <a:t>Door locks can be opened and closed.</a:t>
            </a:r>
            <a:endParaRPr lang="en-US" altLang="ja-JP" sz="2000">
              <a:latin typeface="+mn-ea"/>
              <a:ea typeface="+mn-ea"/>
            </a:endParaRPr>
          </a:p>
        </p:txBody>
      </p:sp>
      <p:sp>
        <p:nvSpPr>
          <p:cNvPr id="11" name="正方形/長方形 10">
            <a:extLst>
              <a:ext uri="{FF2B5EF4-FFF2-40B4-BE49-F238E27FC236}">
                <a16:creationId xmlns:a16="http://schemas.microsoft.com/office/drawing/2014/main" id="{9AF70EEA-AE2E-7144-9874-D57BA000C33F}"/>
              </a:ext>
            </a:extLst>
          </p:cNvPr>
          <p:cNvSpPr/>
          <p:nvPr/>
        </p:nvSpPr>
        <p:spPr>
          <a:xfrm>
            <a:off x="300210" y="962331"/>
            <a:ext cx="1866900" cy="338554"/>
          </a:xfrm>
          <a:prstGeom prst="rect">
            <a:avLst/>
          </a:prstGeom>
          <a:solidFill>
            <a:schemeClr val="tx1"/>
          </a:solidFill>
        </p:spPr>
        <p:txBody>
          <a:bodyPr wrap="square">
            <a:spAutoFit/>
          </a:bodyPr>
          <a:lstStyle/>
          <a:p>
            <a:r>
              <a:rPr lang="en" altLang="en-US" sz="1600" b="1">
                <a:solidFill>
                  <a:schemeClr val="bg1"/>
                </a:solidFill>
                <a:latin typeface="+mn-ea"/>
              </a:rPr>
              <a:t>Feature Overview</a:t>
            </a:r>
          </a:p>
        </p:txBody>
      </p:sp>
      <p:sp>
        <p:nvSpPr>
          <p:cNvPr id="12" name="正方形/長方形 11">
            <a:extLst>
              <a:ext uri="{FF2B5EF4-FFF2-40B4-BE49-F238E27FC236}">
                <a16:creationId xmlns:a16="http://schemas.microsoft.com/office/drawing/2014/main" id="{F979EC06-C984-D0FD-B490-0FBB4A3CF636}"/>
              </a:ext>
            </a:extLst>
          </p:cNvPr>
          <p:cNvSpPr/>
          <p:nvPr/>
        </p:nvSpPr>
        <p:spPr>
          <a:xfrm>
            <a:off x="2206876" y="893604"/>
            <a:ext cx="2481770" cy="369332"/>
          </a:xfrm>
          <a:prstGeom prst="rect">
            <a:avLst/>
          </a:prstGeom>
        </p:spPr>
        <p:txBody>
          <a:bodyPr wrap="none">
            <a:spAutoFit/>
          </a:bodyPr>
          <a:lstStyle/>
          <a:p>
            <a:r>
              <a:rPr lang="en" altLang="en-US" b="1">
                <a:latin typeface="+mn-ea"/>
              </a:rPr>
              <a:t>"Your smartphone will be the key to your car."</a:t>
            </a:r>
          </a:p>
        </p:txBody>
      </p:sp>
      <p:pic>
        <p:nvPicPr>
          <p:cNvPr id="13" name="Picture 4">
            <a:extLst>
              <a:ext uri="{FF2B5EF4-FFF2-40B4-BE49-F238E27FC236}">
                <a16:creationId xmlns:a16="http://schemas.microsoft.com/office/drawing/2014/main" id="{B0274A53-C3AB-EB1A-6433-0EB76EB0318E}"/>
              </a:ext>
            </a:extLst>
          </p:cNvPr>
          <p:cNvPicPr>
            <a:picLocks noChangeAspect="1"/>
          </p:cNvPicPr>
          <p:nvPr/>
        </p:nvPicPr>
        <p:blipFill>
          <a:blip r:embed="rId3"/>
          <a:stretch>
            <a:fillRect/>
          </a:stretch>
        </p:blipFill>
        <p:spPr>
          <a:xfrm>
            <a:off x="7993911" y="2139635"/>
            <a:ext cx="2849525" cy="1691286"/>
          </a:xfrm>
          <a:prstGeom prst="rect">
            <a:avLst/>
          </a:prstGeom>
        </p:spPr>
      </p:pic>
      <p:sp>
        <p:nvSpPr>
          <p:cNvPr id="15" name="正方形/長方形 14">
            <a:extLst>
              <a:ext uri="{FF2B5EF4-FFF2-40B4-BE49-F238E27FC236}">
                <a16:creationId xmlns:a16="http://schemas.microsoft.com/office/drawing/2014/main" id="{15804BBE-1F89-7A6A-77A8-40161860A0A0}"/>
              </a:ext>
            </a:extLst>
          </p:cNvPr>
          <p:cNvSpPr/>
          <p:nvPr/>
        </p:nvSpPr>
        <p:spPr>
          <a:xfrm>
            <a:off x="648297" y="4229192"/>
            <a:ext cx="1294803" cy="338554"/>
          </a:xfrm>
          <a:prstGeom prst="rect">
            <a:avLst/>
          </a:prstGeom>
          <a:solidFill>
            <a:schemeClr val="tx1"/>
          </a:solidFill>
        </p:spPr>
        <p:txBody>
          <a:bodyPr wrap="square">
            <a:spAutoFit/>
          </a:bodyPr>
          <a:lstStyle/>
          <a:p>
            <a:r>
              <a:rPr lang="en" altLang="en-US" sz="1600" b="1">
                <a:solidFill>
                  <a:schemeClr val="bg1"/>
                </a:solidFill>
                <a:latin typeface="+mn-ea"/>
              </a:rPr>
              <a:t>Customer</a:t>
            </a:r>
          </a:p>
        </p:txBody>
      </p:sp>
      <p:sp>
        <p:nvSpPr>
          <p:cNvPr id="16" name="コンテンツ プレースホルダー 2">
            <a:extLst>
              <a:ext uri="{FF2B5EF4-FFF2-40B4-BE49-F238E27FC236}">
                <a16:creationId xmlns:a16="http://schemas.microsoft.com/office/drawing/2014/main" id="{76615FAE-40F7-617B-F5BB-334C7022613D}"/>
              </a:ext>
            </a:extLst>
          </p:cNvPr>
          <p:cNvSpPr txBox="1">
            <a:spLocks/>
          </p:cNvSpPr>
          <p:nvPr/>
        </p:nvSpPr>
        <p:spPr>
          <a:xfrm>
            <a:off x="8354662" y="1355320"/>
            <a:ext cx="2218141" cy="575110"/>
          </a:xfrm>
          <a:prstGeom prst="rect">
            <a:avLst/>
          </a:prstGeom>
        </p:spPr>
        <p:txBody>
          <a:bodyPr vert="horz" wrap="none" lIns="51388" tIns="25694" rIns="51388" bIns="25694" rtlCol="0">
            <a:spAutoFit/>
          </a:bodyPr>
          <a:lstStyle>
            <a:lvl1pPr marL="0" indent="0" algn="l" defTabSz="914400" rtl="0" eaLnBrk="1" latinLnBrk="0" hangingPunct="1">
              <a:lnSpc>
                <a:spcPct val="100000"/>
              </a:lnSpc>
              <a:spcBef>
                <a:spcPts val="0"/>
              </a:spcBef>
              <a:buFont typeface="Arial" panose="020B0604020202020204" pitchFamily="34" charset="0"/>
              <a:buNone/>
              <a:defRPr kumimoji="1" sz="12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 altLang="en-US" sz="1100" b="1" u="sng">
                <a:latin typeface="+mn-ea"/>
                <a:ea typeface="+mn-ea"/>
              </a:rPr>
              <a:t>(3) Digikey distribution</a:t>
            </a:r>
            <a:endParaRPr lang="en-US" altLang="ja-JP" sz="1100" b="1" u="sng">
              <a:latin typeface="+mn-ea"/>
              <a:ea typeface="+mn-ea"/>
            </a:endParaRPr>
          </a:p>
          <a:p>
            <a:r>
              <a:rPr lang="en" altLang="en-US" sz="1100">
                <a:latin typeface="+mn-ea"/>
                <a:ea typeface="+mn-ea"/>
              </a:rPr>
              <a:t>For family, friends, and businesses</a:t>
            </a:r>
            <a:endParaRPr lang="en-US" altLang="ja-JP" sz="1100">
              <a:latin typeface="+mn-ea"/>
              <a:ea typeface="+mn-ea"/>
            </a:endParaRPr>
          </a:p>
          <a:p>
            <a:r>
              <a:rPr lang="en" altLang="en-US" sz="1100">
                <a:latin typeface="+mn-ea"/>
                <a:ea typeface="+mn-ea"/>
              </a:rPr>
              <a:t>Deliver a digital key.</a:t>
            </a:r>
            <a:endParaRPr lang="en-US" altLang="ja-JP" sz="1100">
              <a:latin typeface="+mn-ea"/>
              <a:ea typeface="+mn-ea"/>
            </a:endParaRPr>
          </a:p>
        </p:txBody>
      </p:sp>
      <p:sp>
        <p:nvSpPr>
          <p:cNvPr id="17" name="コンテンツ プレースホルダー 2">
            <a:extLst>
              <a:ext uri="{FF2B5EF4-FFF2-40B4-BE49-F238E27FC236}">
                <a16:creationId xmlns:a16="http://schemas.microsoft.com/office/drawing/2014/main" id="{88B63034-B16A-AA7A-EFE7-52F16D0C6D0D}"/>
              </a:ext>
            </a:extLst>
          </p:cNvPr>
          <p:cNvSpPr txBox="1">
            <a:spLocks/>
          </p:cNvSpPr>
          <p:nvPr/>
        </p:nvSpPr>
        <p:spPr>
          <a:xfrm>
            <a:off x="1233660" y="4664021"/>
            <a:ext cx="2916753" cy="882887"/>
          </a:xfrm>
          <a:prstGeom prst="rect">
            <a:avLst/>
          </a:prstGeom>
        </p:spPr>
        <p:txBody>
          <a:bodyPr vert="horz" wrap="square" lIns="51388" tIns="25694" rIns="51388" bIns="25694" rtlCol="0">
            <a:spAutoFit/>
          </a:bodyPr>
          <a:lstStyle>
            <a:lvl1pPr marL="0" indent="0" algn="l" defTabSz="914400" rtl="0" eaLnBrk="1" latinLnBrk="0" hangingPunct="1">
              <a:lnSpc>
                <a:spcPct val="100000"/>
              </a:lnSpc>
              <a:spcBef>
                <a:spcPts val="0"/>
              </a:spcBef>
              <a:buFont typeface="Arial" panose="020B0604020202020204" pitchFamily="34" charset="0"/>
              <a:buNone/>
              <a:defRPr kumimoji="1" sz="12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 altLang="en-US" sz="1800">
                <a:latin typeface="+mn-ea"/>
                <a:ea typeface="+mn-ea"/>
              </a:rPr>
              <a:t>(1) Japan: TMC</a:t>
            </a:r>
          </a:p>
          <a:p>
            <a:r>
              <a:rPr lang="en" altLang="en-US" sz="1800">
                <a:latin typeface="+mn-ea"/>
                <a:ea typeface="+mn-ea"/>
              </a:rPr>
              <a:t>(2) North America: TMNA</a:t>
            </a:r>
          </a:p>
          <a:p>
            <a:r>
              <a:rPr lang="en" altLang="en-US" sz="1800">
                <a:latin typeface="+mn-ea"/>
                <a:ea typeface="+mn-ea"/>
              </a:rPr>
              <a:t>(3) Europe: TME</a:t>
            </a:r>
          </a:p>
        </p:txBody>
      </p:sp>
    </p:spTree>
    <p:extLst>
      <p:ext uri="{BB962C8B-B14F-4D97-AF65-F5344CB8AC3E}">
        <p14:creationId xmlns:p14="http://schemas.microsoft.com/office/powerpoint/2010/main" val="4180873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C02E602A-C310-D837-ED63-A4550184FBA0}"/>
              </a:ext>
            </a:extLst>
          </p:cNvPr>
          <p:cNvSpPr/>
          <p:nvPr/>
        </p:nvSpPr>
        <p:spPr>
          <a:xfrm>
            <a:off x="3282896" y="583305"/>
            <a:ext cx="2631086" cy="4921813"/>
          </a:xfrm>
          <a:prstGeom prst="rect">
            <a:avLst/>
          </a:prstGeom>
          <a:solidFill>
            <a:schemeClr val="bg1"/>
          </a:solidFill>
          <a:ln w="19050"/>
        </p:spPr>
        <p:style>
          <a:lnRef idx="2">
            <a:schemeClr val="dk1"/>
          </a:lnRef>
          <a:fillRef idx="1">
            <a:schemeClr val="lt1"/>
          </a:fillRef>
          <a:effectRef idx="0">
            <a:schemeClr val="dk1"/>
          </a:effectRef>
          <a:fontRef idx="minor">
            <a:schemeClr val="dk1"/>
          </a:fontRef>
        </p:style>
        <p:txBody>
          <a:bodyPr rtlCol="0" anchor="t"/>
          <a:lstStyle/>
          <a:p>
            <a:pPr algn="ctr"/>
            <a:r>
              <a:rPr lang="en" altLang="en-US" sz="1600"/>
              <a:t>Services</a:t>
            </a:r>
            <a:endParaRPr kumimoji="1" lang="en-US" altLang="ja-JP" sz="1600"/>
          </a:p>
        </p:txBody>
      </p:sp>
      <p:sp>
        <p:nvSpPr>
          <p:cNvPr id="48" name="四角形: 角を丸くする 47">
            <a:extLst>
              <a:ext uri="{FF2B5EF4-FFF2-40B4-BE49-F238E27FC236}">
                <a16:creationId xmlns:a16="http://schemas.microsoft.com/office/drawing/2014/main" id="{B5A594FD-D727-C85C-05EE-5389622D0C99}"/>
              </a:ext>
            </a:extLst>
          </p:cNvPr>
          <p:cNvSpPr/>
          <p:nvPr/>
        </p:nvSpPr>
        <p:spPr>
          <a:xfrm>
            <a:off x="3563323" y="3149277"/>
            <a:ext cx="2070233" cy="2202848"/>
          </a:xfrm>
          <a:prstGeom prst="roundRect">
            <a:avLst>
              <a:gd name="adj" fmla="val 9754"/>
            </a:avLst>
          </a:prstGeom>
          <a:solidFill>
            <a:schemeClr val="bg1"/>
          </a:solidFill>
          <a:ln w="19050"/>
          <a:effectLst/>
        </p:spPr>
        <p:style>
          <a:lnRef idx="2">
            <a:schemeClr val="dk1"/>
          </a:lnRef>
          <a:fillRef idx="1">
            <a:schemeClr val="lt1"/>
          </a:fillRef>
          <a:effectRef idx="0">
            <a:schemeClr val="dk1"/>
          </a:effectRef>
          <a:fontRef idx="minor">
            <a:schemeClr val="dk1"/>
          </a:fontRef>
        </p:style>
        <p:txBody>
          <a:bodyPr rtlCol="0" anchor="t"/>
          <a:lstStyle/>
          <a:p>
            <a:pPr algn="ctr"/>
            <a:r>
              <a:rPr lang="en" altLang="en-US" sz="1600"/>
              <a:t>Smartphone</a:t>
            </a:r>
            <a:endParaRPr kumimoji="1" lang="en-US" altLang="ja-JP" sz="1600"/>
          </a:p>
        </p:txBody>
      </p:sp>
      <p:sp>
        <p:nvSpPr>
          <p:cNvPr id="2" name="フッター プレースホルダー 1">
            <a:extLst>
              <a:ext uri="{FF2B5EF4-FFF2-40B4-BE49-F238E27FC236}">
                <a16:creationId xmlns:a16="http://schemas.microsoft.com/office/drawing/2014/main" id="{E2323E90-0DCA-4D9E-87C1-92B3C1AB9AE7}"/>
              </a:ext>
            </a:extLst>
          </p:cNvPr>
          <p:cNvSpPr>
            <a:spLocks noGrp="1"/>
          </p:cNvSpPr>
          <p:nvPr>
            <p:ph type="ftr" sz="quarter" idx="10"/>
          </p:nvPr>
        </p:nvSpPr>
        <p:spPr>
          <a:xfrm>
            <a:off x="1268549" y="5969755"/>
            <a:ext cx="4623616" cy="365125"/>
          </a:xfrm>
        </p:spPr>
        <p:txBody>
          <a:bodyPr/>
          <a:lstStyle/>
          <a:p>
            <a:r>
              <a:rPr lang="en" altLang="ja-JP">
                <a:cs typeface="Segoe UI" panose="020B0502040204020203" pitchFamily="34" charset="0"/>
              </a:rPr>
              <a:t>Title / Month XX, 2026 (Please enter from "Insert" → "Header and footer")</a:t>
            </a:r>
          </a:p>
        </p:txBody>
      </p:sp>
      <p:sp>
        <p:nvSpPr>
          <p:cNvPr id="3" name="スライド番号プレースホルダー 2">
            <a:extLst>
              <a:ext uri="{FF2B5EF4-FFF2-40B4-BE49-F238E27FC236}">
                <a16:creationId xmlns:a16="http://schemas.microsoft.com/office/drawing/2014/main" id="{ABD4C20E-BA8A-80C2-94C8-437D6A5C54B6}"/>
              </a:ext>
            </a:extLst>
          </p:cNvPr>
          <p:cNvSpPr>
            <a:spLocks noGrp="1"/>
          </p:cNvSpPr>
          <p:nvPr>
            <p:ph type="sldNum" sz="quarter" idx="11"/>
          </p:nvPr>
        </p:nvSpPr>
        <p:spPr>
          <a:xfrm>
            <a:off x="10862242" y="6032667"/>
            <a:ext cx="736034" cy="365125"/>
          </a:xfrm>
        </p:spPr>
        <p:txBody>
          <a:bodyPr/>
          <a:lstStyle/>
          <a:p>
            <a:fld id="{A4345066-4952-40C1-BC8B-CE2851EC3EF2}" type="slidenum">
              <a:rPr lang="ja-JP" altLang="en-US" smtClean="0">
                <a:solidFill>
                  <a:schemeClr val="bg1">
                    <a:lumMod val="65000"/>
                  </a:schemeClr>
                </a:solidFill>
                <a:ea typeface="Yu Gothic UI Light" panose="020B0300000000000000" pitchFamily="50" charset="-128"/>
              </a:rPr>
              <a:pPr/>
              <a:t>4</a:t>
            </a:fld>
            <a:endParaRPr lang="en-US" altLang="ja-JP" sz="900">
              <a:solidFill>
                <a:schemeClr val="bg1">
                  <a:lumMod val="65000"/>
                </a:schemeClr>
              </a:solidFill>
              <a:ea typeface="Yu Gothic UI Light" panose="020B0300000000000000" pitchFamily="50" charset="-128"/>
            </a:endParaRPr>
          </a:p>
        </p:txBody>
      </p:sp>
      <p:sp>
        <p:nvSpPr>
          <p:cNvPr id="5" name="タイトル 4">
            <a:extLst>
              <a:ext uri="{FF2B5EF4-FFF2-40B4-BE49-F238E27FC236}">
                <a16:creationId xmlns:a16="http://schemas.microsoft.com/office/drawing/2014/main" id="{CF18EEEA-A44A-9B34-4093-80AE9820359B}"/>
              </a:ext>
            </a:extLst>
          </p:cNvPr>
          <p:cNvSpPr>
            <a:spLocks noGrp="1"/>
          </p:cNvSpPr>
          <p:nvPr>
            <p:ph type="title"/>
          </p:nvPr>
        </p:nvSpPr>
        <p:spPr>
          <a:xfrm>
            <a:off x="-166744" y="-31074"/>
            <a:ext cx="10806252" cy="415770"/>
          </a:xfrm>
        </p:spPr>
        <p:txBody>
          <a:bodyPr/>
          <a:lstStyle/>
          <a:p>
            <a:r>
              <a:rPr kumimoji="1" lang="en" altLang="ja-JP"/>
              <a:t>2. system configuration</a:t>
            </a:r>
          </a:p>
        </p:txBody>
      </p:sp>
      <p:sp>
        <p:nvSpPr>
          <p:cNvPr id="4" name="テキスト プレースホルダー 3">
            <a:extLst>
              <a:ext uri="{FF2B5EF4-FFF2-40B4-BE49-F238E27FC236}">
                <a16:creationId xmlns:a16="http://schemas.microsoft.com/office/drawing/2014/main" id="{13527591-E3F6-D26A-C114-B1687E2465D3}"/>
              </a:ext>
            </a:extLst>
          </p:cNvPr>
          <p:cNvSpPr>
            <a:spLocks noGrp="1"/>
          </p:cNvSpPr>
          <p:nvPr>
            <p:ph type="body" sz="quarter" idx="16"/>
          </p:nvPr>
        </p:nvSpPr>
        <p:spPr/>
        <p:txBody>
          <a:bodyPr/>
          <a:lstStyle/>
          <a:p>
            <a:endParaRPr kumimoji="1" lang="ja-JP" altLang="en-US"/>
          </a:p>
        </p:txBody>
      </p:sp>
      <p:sp>
        <p:nvSpPr>
          <p:cNvPr id="13" name="正方形/長方形 12">
            <a:extLst>
              <a:ext uri="{FF2B5EF4-FFF2-40B4-BE49-F238E27FC236}">
                <a16:creationId xmlns:a16="http://schemas.microsoft.com/office/drawing/2014/main" id="{F6E7980E-0BAF-9707-8518-5FDC4C83B4F6}"/>
              </a:ext>
            </a:extLst>
          </p:cNvPr>
          <p:cNvSpPr/>
          <p:nvPr/>
        </p:nvSpPr>
        <p:spPr>
          <a:xfrm>
            <a:off x="3563323" y="1061072"/>
            <a:ext cx="2070233" cy="439213"/>
          </a:xfrm>
          <a:prstGeom prst="rect">
            <a:avLst/>
          </a:prstGeom>
          <a:solidFill>
            <a:schemeClr val="bg1"/>
          </a:solidFill>
          <a:ln w="19050"/>
          <a:effectLst/>
        </p:spPr>
        <p:style>
          <a:lnRef idx="2">
            <a:schemeClr val="dk1"/>
          </a:lnRef>
          <a:fillRef idx="1">
            <a:schemeClr val="lt1"/>
          </a:fillRef>
          <a:effectRef idx="0">
            <a:schemeClr val="dk1"/>
          </a:effectRef>
          <a:fontRef idx="minor">
            <a:schemeClr val="dk1"/>
          </a:fontRef>
        </p:style>
        <p:txBody>
          <a:bodyPr rtlCol="0" anchor="ctr"/>
          <a:lstStyle/>
          <a:p>
            <a:pPr algn="ctr"/>
            <a:r>
              <a:rPr lang="en" altLang="en-US" sz="1600"/>
              <a:t>Toyota Server</a:t>
            </a:r>
            <a:endParaRPr kumimoji="1" lang="en-US" altLang="ja-JP" sz="1600"/>
          </a:p>
        </p:txBody>
      </p:sp>
      <p:sp>
        <p:nvSpPr>
          <p:cNvPr id="51" name="正方形/長方形 50">
            <a:extLst>
              <a:ext uri="{FF2B5EF4-FFF2-40B4-BE49-F238E27FC236}">
                <a16:creationId xmlns:a16="http://schemas.microsoft.com/office/drawing/2014/main" id="{7EB0C07B-2240-5707-2516-6C4428C07EB9}"/>
              </a:ext>
            </a:extLst>
          </p:cNvPr>
          <p:cNvSpPr/>
          <p:nvPr/>
        </p:nvSpPr>
        <p:spPr>
          <a:xfrm>
            <a:off x="3718589" y="3585693"/>
            <a:ext cx="1759701" cy="1640842"/>
          </a:xfrm>
          <a:prstGeom prst="rect">
            <a:avLst/>
          </a:prstGeom>
          <a:solidFill>
            <a:schemeClr val="bg1"/>
          </a:solidFill>
          <a:ln/>
          <a:effectLst/>
        </p:spPr>
        <p:style>
          <a:lnRef idx="2">
            <a:schemeClr val="dk1"/>
          </a:lnRef>
          <a:fillRef idx="1">
            <a:schemeClr val="lt1"/>
          </a:fillRef>
          <a:effectRef idx="0">
            <a:schemeClr val="dk1"/>
          </a:effectRef>
          <a:fontRef idx="minor">
            <a:schemeClr val="dk1"/>
          </a:fontRef>
        </p:style>
        <p:txBody>
          <a:bodyPr rtlCol="0" anchor="t"/>
          <a:lstStyle/>
          <a:p>
            <a:pPr algn="ctr"/>
            <a:r>
              <a:rPr lang="en" altLang="en-US" sz="1600"/>
              <a:t>Digikey App</a:t>
            </a:r>
            <a:endParaRPr kumimoji="1" lang="en-US" altLang="ja-JP" sz="1600"/>
          </a:p>
        </p:txBody>
      </p:sp>
      <p:sp>
        <p:nvSpPr>
          <p:cNvPr id="52" name="正方形/長方形 51">
            <a:extLst>
              <a:ext uri="{FF2B5EF4-FFF2-40B4-BE49-F238E27FC236}">
                <a16:creationId xmlns:a16="http://schemas.microsoft.com/office/drawing/2014/main" id="{3D89FE88-189E-E06D-0CC7-7171E3902F7A}"/>
              </a:ext>
            </a:extLst>
          </p:cNvPr>
          <p:cNvSpPr/>
          <p:nvPr/>
        </p:nvSpPr>
        <p:spPr>
          <a:xfrm>
            <a:off x="3893822" y="3999343"/>
            <a:ext cx="1409235" cy="1045609"/>
          </a:xfrm>
          <a:prstGeom prst="rect">
            <a:avLst/>
          </a:prstGeom>
          <a:solidFill>
            <a:schemeClr val="bg2">
              <a:lumMod val="20000"/>
              <a:lumOff val="80000"/>
            </a:schemeClr>
          </a:solidFill>
          <a:ln/>
          <a:effectLst/>
        </p:spPr>
        <p:style>
          <a:lnRef idx="2">
            <a:schemeClr val="dk1"/>
          </a:lnRef>
          <a:fillRef idx="1">
            <a:schemeClr val="lt1"/>
          </a:fillRef>
          <a:effectRef idx="0">
            <a:schemeClr val="dk1"/>
          </a:effectRef>
          <a:fontRef idx="minor">
            <a:schemeClr val="dk1"/>
          </a:fontRef>
        </p:style>
        <p:txBody>
          <a:bodyPr rtlCol="0" anchor="t"/>
          <a:lstStyle/>
          <a:p>
            <a:pPr algn="ctr"/>
            <a:r>
              <a:rPr kumimoji="1" lang="en" altLang="en-US" sz="1600"/>
              <a:t>Digikey SDK*</a:t>
            </a:r>
          </a:p>
        </p:txBody>
      </p:sp>
      <p:sp>
        <p:nvSpPr>
          <p:cNvPr id="53" name="正方形/長方形 52">
            <a:extLst>
              <a:ext uri="{FF2B5EF4-FFF2-40B4-BE49-F238E27FC236}">
                <a16:creationId xmlns:a16="http://schemas.microsoft.com/office/drawing/2014/main" id="{3B978F85-E3C5-CF62-7D01-921437997A0B}"/>
              </a:ext>
            </a:extLst>
          </p:cNvPr>
          <p:cNvSpPr/>
          <p:nvPr/>
        </p:nvSpPr>
        <p:spPr>
          <a:xfrm>
            <a:off x="4106819" y="4502524"/>
            <a:ext cx="983240" cy="347796"/>
          </a:xfrm>
          <a:prstGeom prst="rect">
            <a:avLst/>
          </a:prstGeom>
          <a:solidFill>
            <a:schemeClr val="bg2">
              <a:lumMod val="20000"/>
              <a:lumOff val="80000"/>
            </a:schemeClr>
          </a:solidFill>
          <a:ln/>
          <a:effectLst/>
        </p:spPr>
        <p:style>
          <a:lnRef idx="2">
            <a:schemeClr val="dk1"/>
          </a:lnRef>
          <a:fillRef idx="1">
            <a:schemeClr val="lt1"/>
          </a:fillRef>
          <a:effectRef idx="0">
            <a:schemeClr val="dk1"/>
          </a:effectRef>
          <a:fontRef idx="minor">
            <a:schemeClr val="dk1"/>
          </a:fontRef>
        </p:style>
        <p:txBody>
          <a:bodyPr rtlCol="0" anchor="t"/>
          <a:lstStyle/>
          <a:p>
            <a:pPr algn="ctr"/>
            <a:r>
              <a:rPr kumimoji="1" lang="en" altLang="ja-JP" sz="1600"/>
              <a:t>DA</a:t>
            </a:r>
          </a:p>
        </p:txBody>
      </p:sp>
      <p:cxnSp>
        <p:nvCxnSpPr>
          <p:cNvPr id="54" name="直線矢印コネクタ 53">
            <a:extLst>
              <a:ext uri="{FF2B5EF4-FFF2-40B4-BE49-F238E27FC236}">
                <a16:creationId xmlns:a16="http://schemas.microsoft.com/office/drawing/2014/main" id="{9E506023-34BF-8DFC-0D0B-D068BF179F79}"/>
              </a:ext>
            </a:extLst>
          </p:cNvPr>
          <p:cNvCxnSpPr>
            <a:cxnSpLocks/>
            <a:endCxn id="13" idx="2"/>
          </p:cNvCxnSpPr>
          <p:nvPr/>
        </p:nvCxnSpPr>
        <p:spPr>
          <a:xfrm flipV="1">
            <a:off x="4598440" y="1500285"/>
            <a:ext cx="0" cy="1648992"/>
          </a:xfrm>
          <a:prstGeom prst="straightConnector1">
            <a:avLst/>
          </a:prstGeom>
          <a:ln w="1905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7" name="正方形/長方形 26">
            <a:extLst>
              <a:ext uri="{FF2B5EF4-FFF2-40B4-BE49-F238E27FC236}">
                <a16:creationId xmlns:a16="http://schemas.microsoft.com/office/drawing/2014/main" id="{BB82B655-ED2B-98D7-6688-FDA85514B263}"/>
              </a:ext>
            </a:extLst>
          </p:cNvPr>
          <p:cNvSpPr/>
          <p:nvPr/>
        </p:nvSpPr>
        <p:spPr>
          <a:xfrm>
            <a:off x="3563323" y="1804744"/>
            <a:ext cx="2070233" cy="1046218"/>
          </a:xfrm>
          <a:prstGeom prst="rect">
            <a:avLst/>
          </a:prstGeom>
          <a:solidFill>
            <a:schemeClr val="bg2">
              <a:lumMod val="20000"/>
              <a:lumOff val="80000"/>
            </a:schemeClr>
          </a:solidFill>
          <a:ln w="19050"/>
          <a:effectLst/>
        </p:spPr>
        <p:style>
          <a:lnRef idx="2">
            <a:schemeClr val="dk1"/>
          </a:lnRef>
          <a:fillRef idx="1">
            <a:schemeClr val="lt1"/>
          </a:fillRef>
          <a:effectRef idx="0">
            <a:schemeClr val="dk1"/>
          </a:effectRef>
          <a:fontRef idx="minor">
            <a:schemeClr val="dk1"/>
          </a:fontRef>
        </p:style>
        <p:txBody>
          <a:bodyPr rtlCol="0" anchor="t"/>
          <a:lstStyle/>
          <a:p>
            <a:pPr algn="ctr"/>
            <a:r>
              <a:rPr lang="en" altLang="en-US" sz="1600"/>
              <a:t>Digikey Server</a:t>
            </a:r>
            <a:endParaRPr kumimoji="1" lang="en-US" altLang="ja-JP" sz="1600"/>
          </a:p>
        </p:txBody>
      </p:sp>
      <p:sp>
        <p:nvSpPr>
          <p:cNvPr id="36" name="正方形/長方形 35">
            <a:extLst>
              <a:ext uri="{FF2B5EF4-FFF2-40B4-BE49-F238E27FC236}">
                <a16:creationId xmlns:a16="http://schemas.microsoft.com/office/drawing/2014/main" id="{DB68A537-01E6-27E5-83E6-6B2F924EC585}"/>
              </a:ext>
            </a:extLst>
          </p:cNvPr>
          <p:cNvSpPr/>
          <p:nvPr/>
        </p:nvSpPr>
        <p:spPr>
          <a:xfrm>
            <a:off x="3718589" y="2298714"/>
            <a:ext cx="1759701" cy="424525"/>
          </a:xfrm>
          <a:prstGeom prst="rect">
            <a:avLst/>
          </a:prstGeom>
          <a:solidFill>
            <a:schemeClr val="bg2">
              <a:lumMod val="20000"/>
              <a:lumOff val="80000"/>
            </a:schemeClr>
          </a:solidFill>
          <a:ln/>
          <a:effectLst/>
        </p:spPr>
        <p:style>
          <a:lnRef idx="2">
            <a:schemeClr val="dk1"/>
          </a:lnRef>
          <a:fillRef idx="1">
            <a:schemeClr val="lt1"/>
          </a:fillRef>
          <a:effectRef idx="0">
            <a:schemeClr val="dk1"/>
          </a:effectRef>
          <a:fontRef idx="minor">
            <a:schemeClr val="dk1"/>
          </a:fontRef>
        </p:style>
        <p:txBody>
          <a:bodyPr rtlCol="0" anchor="t"/>
          <a:lstStyle/>
          <a:p>
            <a:pPr algn="ctr"/>
            <a:r>
              <a:rPr kumimoji="1" lang="en" altLang="en-US" sz="1600"/>
              <a:t>Server Software</a:t>
            </a:r>
            <a:endParaRPr kumimoji="1" lang="en-US" altLang="ja-JP" sz="1600"/>
          </a:p>
        </p:txBody>
      </p:sp>
      <p:graphicFrame>
        <p:nvGraphicFramePr>
          <p:cNvPr id="38" name="表 37">
            <a:extLst>
              <a:ext uri="{FF2B5EF4-FFF2-40B4-BE49-F238E27FC236}">
                <a16:creationId xmlns:a16="http://schemas.microsoft.com/office/drawing/2014/main" id="{C5082B86-C92F-2023-D2AA-22341E855870}"/>
              </a:ext>
            </a:extLst>
          </p:cNvPr>
          <p:cNvGraphicFramePr>
            <a:graphicFrameLocks noGrp="1"/>
          </p:cNvGraphicFramePr>
          <p:nvPr>
            <p:extLst>
              <p:ext uri="{D42A27DB-BD31-4B8C-83A1-F6EECF244321}">
                <p14:modId xmlns:p14="http://schemas.microsoft.com/office/powerpoint/2010/main" val="1269616814"/>
              </p:ext>
            </p:extLst>
          </p:nvPr>
        </p:nvGraphicFramePr>
        <p:xfrm>
          <a:off x="596632" y="527323"/>
          <a:ext cx="2410596" cy="5777890"/>
        </p:xfrm>
        <a:graphic>
          <a:graphicData uri="http://schemas.openxmlformats.org/drawingml/2006/table">
            <a:tbl>
              <a:tblPr firstRow="1" bandRow="1">
                <a:tableStyleId>{5940675A-B579-460E-94D1-54222C63F5DA}</a:tableStyleId>
              </a:tblPr>
              <a:tblGrid>
                <a:gridCol w="803532">
                  <a:extLst>
                    <a:ext uri="{9D8B030D-6E8A-4147-A177-3AD203B41FA5}">
                      <a16:colId xmlns:a16="http://schemas.microsoft.com/office/drawing/2014/main" val="4115682360"/>
                    </a:ext>
                  </a:extLst>
                </a:gridCol>
                <a:gridCol w="803532">
                  <a:extLst>
                    <a:ext uri="{9D8B030D-6E8A-4147-A177-3AD203B41FA5}">
                      <a16:colId xmlns:a16="http://schemas.microsoft.com/office/drawing/2014/main" val="2454353315"/>
                    </a:ext>
                  </a:extLst>
                </a:gridCol>
                <a:gridCol w="803532">
                  <a:extLst>
                    <a:ext uri="{9D8B030D-6E8A-4147-A177-3AD203B41FA5}">
                      <a16:colId xmlns:a16="http://schemas.microsoft.com/office/drawing/2014/main" val="3510158629"/>
                    </a:ext>
                  </a:extLst>
                </a:gridCol>
              </a:tblGrid>
              <a:tr h="355500">
                <a:tc>
                  <a:txBody>
                    <a:bodyPr/>
                    <a:lstStyle/>
                    <a:p>
                      <a:pPr algn="ctr"/>
                      <a:r>
                        <a:rPr kumimoji="1" lang="en" altLang="en-US" sz="1050" b="1"/>
                        <a:t>Specification</a:t>
                      </a:r>
                    </a:p>
                  </a:txBody>
                  <a:tcPr>
                    <a:solidFill>
                      <a:schemeClr val="bg1">
                        <a:lumMod val="85000"/>
                      </a:schemeClr>
                    </a:solidFill>
                  </a:tcPr>
                </a:tc>
                <a:tc>
                  <a:txBody>
                    <a:bodyPr/>
                    <a:lstStyle/>
                    <a:p>
                      <a:pPr algn="ctr"/>
                      <a:r>
                        <a:rPr kumimoji="1" lang="en" altLang="en-US" sz="1050" b="1"/>
                        <a:t>Change Development/</a:t>
                      </a:r>
                    </a:p>
                    <a:p>
                      <a:pPr algn="ctr"/>
                      <a:r>
                        <a:rPr kumimoji="1" lang="en" altLang="en-US" sz="1050" b="1"/>
                        <a:t>Maintenance and Development</a:t>
                      </a:r>
                    </a:p>
                  </a:txBody>
                  <a:tcPr>
                    <a:solidFill>
                      <a:schemeClr val="bg1">
                        <a:lumMod val="85000"/>
                      </a:schemeClr>
                    </a:solidFill>
                  </a:tcPr>
                </a:tc>
                <a:tc>
                  <a:txBody>
                    <a:bodyPr/>
                    <a:lstStyle/>
                    <a:p>
                      <a:pPr algn="ctr"/>
                      <a:r>
                        <a:rPr kumimoji="1" lang="en" altLang="en-US" sz="1050" b="1"/>
                        <a:t>Utilization</a:t>
                      </a:r>
                    </a:p>
                  </a:txBody>
                  <a:tcPr>
                    <a:solidFill>
                      <a:schemeClr val="bg1">
                        <a:lumMod val="85000"/>
                      </a:schemeClr>
                    </a:solidFill>
                  </a:tcPr>
                </a:tc>
                <a:extLst>
                  <a:ext uri="{0D108BD9-81ED-4DB2-BD59-A6C34878D82A}">
                    <a16:rowId xmlns:a16="http://schemas.microsoft.com/office/drawing/2014/main" val="870659724"/>
                  </a:ext>
                </a:extLst>
              </a:tr>
              <a:tr h="652330">
                <a:tc>
                  <a:txBody>
                    <a:bodyPr/>
                    <a:lstStyle/>
                    <a:p>
                      <a:pPr algn="ctr"/>
                      <a:r>
                        <a:rPr kumimoji="1" lang="en" altLang="ja-JP" sz="1050"/>
                        <a:t>TMC</a:t>
                      </a:r>
                      <a:endParaRPr kumimoji="1" lang="ja-JP" altLang="en-US" sz="1050"/>
                    </a:p>
                  </a:txBody>
                  <a:tcPr anchor="ctr">
                    <a:noFill/>
                  </a:tcPr>
                </a:tc>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a:t>TMC</a:t>
                      </a:r>
                      <a:endParaRPr kumimoji="1" lang="ja-JP" altLang="en-US" sz="1050"/>
                    </a:p>
                  </a:txBody>
                  <a:tcPr anchor="ctr">
                    <a:noFill/>
                  </a:tcPr>
                </a:tc>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a:t>TMC</a:t>
                      </a:r>
                      <a:endParaRPr kumimoji="1" lang="ja-JP" altLang="en-US" sz="1050"/>
                    </a:p>
                  </a:txBody>
                  <a:tcPr anchor="ctr">
                    <a:noFill/>
                  </a:tcPr>
                </a:tc>
                <a:extLst>
                  <a:ext uri="{0D108BD9-81ED-4DB2-BD59-A6C34878D82A}">
                    <a16:rowId xmlns:a16="http://schemas.microsoft.com/office/drawing/2014/main" val="633651545"/>
                  </a:ext>
                </a:extLst>
              </a:tr>
              <a:tr h="652330">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a:t>TMC</a:t>
                      </a:r>
                      <a:endParaRPr kumimoji="1" lang="ja-JP" altLang="en-US" sz="1050"/>
                    </a:p>
                  </a:txBody>
                  <a:tcPr anchor="ctr">
                    <a:noFill/>
                  </a:tcPr>
                </a:tc>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a:t>TMC</a:t>
                      </a:r>
                      <a:endParaRPr kumimoji="1" lang="ja-JP" altLang="en-US" sz="1050"/>
                    </a:p>
                  </a:txBody>
                  <a:tcPr anchor="ctr">
                    <a:noFill/>
                  </a:tcPr>
                </a:tc>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a:t>TMC</a:t>
                      </a:r>
                      <a:endParaRPr kumimoji="1" lang="ja-JP" altLang="en-US" sz="1050"/>
                    </a:p>
                  </a:txBody>
                  <a:tcPr anchor="ctr">
                    <a:noFill/>
                  </a:tcPr>
                </a:tc>
                <a:extLst>
                  <a:ext uri="{0D108BD9-81ED-4DB2-BD59-A6C34878D82A}">
                    <a16:rowId xmlns:a16="http://schemas.microsoft.com/office/drawing/2014/main" val="254125989"/>
                  </a:ext>
                </a:extLst>
              </a:tr>
              <a:tr h="652330">
                <a:tc>
                  <a:txBody>
                    <a:bodyPr/>
                    <a:lstStyle/>
                    <a:p>
                      <a:pPr algn="ctr"/>
                      <a:r>
                        <a:rPr kumimoji="1" lang="en" altLang="ja-JP" sz="1050"/>
                        <a:t>DNJP</a:t>
                      </a:r>
                      <a:endParaRPr kumimoji="1" lang="ja-JP" altLang="en-US" sz="1050"/>
                    </a:p>
                  </a:txBody>
                  <a:tcPr anchor="ctr">
                    <a:solidFill>
                      <a:schemeClr val="bg2">
                        <a:lumMod val="20000"/>
                        <a:lumOff val="80000"/>
                      </a:schemeClr>
                    </a:solidFill>
                  </a:tcPr>
                </a:tc>
                <a:tc>
                  <a:txBody>
                    <a:bodyPr/>
                    <a:lstStyle/>
                    <a:p>
                      <a:pPr algn="ctr"/>
                      <a:r>
                        <a:rPr kumimoji="1" lang="en" altLang="ja-JP" sz="1050"/>
                        <a:t>DNJP</a:t>
                      </a:r>
                    </a:p>
                    <a:p>
                      <a:pPr algn="ctr"/>
                      <a:r>
                        <a:rPr kumimoji="1" lang="en" altLang="ja-JP" sz="1050"/>
                        <a:t>(IDEMIA)</a:t>
                      </a:r>
                      <a:endParaRPr kumimoji="1" lang="ja-JP" altLang="en-US" sz="1050"/>
                    </a:p>
                  </a:txBody>
                  <a:tcPr anchor="ctr">
                    <a:solidFill>
                      <a:schemeClr val="bg2">
                        <a:lumMod val="20000"/>
                        <a:lumOff val="80000"/>
                      </a:schemeClr>
                    </a:solidFill>
                  </a:tcPr>
                </a:tc>
                <a:tc>
                  <a:txBody>
                    <a:bodyPr/>
                    <a:lstStyle/>
                    <a:p>
                      <a:pPr algn="ctr"/>
                      <a:r>
                        <a:rPr kumimoji="1" lang="en" altLang="ja-JP" sz="1050"/>
                        <a:t>DNJP</a:t>
                      </a:r>
                    </a:p>
                    <a:p>
                      <a:pPr algn="ctr"/>
                      <a:r>
                        <a:rPr kumimoji="1" lang="en" altLang="ja-JP" sz="1050"/>
                        <a:t>(IDEMIA)</a:t>
                      </a:r>
                      <a:endParaRPr kumimoji="1" lang="ja-JP" altLang="en-US" sz="1050"/>
                    </a:p>
                  </a:txBody>
                  <a:tcPr anchor="ctr">
                    <a:solidFill>
                      <a:schemeClr val="bg2">
                        <a:lumMod val="20000"/>
                        <a:lumOff val="80000"/>
                      </a:schemeClr>
                    </a:solidFill>
                  </a:tcPr>
                </a:tc>
                <a:extLst>
                  <a:ext uri="{0D108BD9-81ED-4DB2-BD59-A6C34878D82A}">
                    <a16:rowId xmlns:a16="http://schemas.microsoft.com/office/drawing/2014/main" val="1314656840"/>
                  </a:ext>
                </a:extLst>
              </a:tr>
              <a:tr h="652330">
                <a:tc>
                  <a:txBody>
                    <a:bodyPr/>
                    <a:lstStyle/>
                    <a:p>
                      <a:pPr algn="ctr"/>
                      <a:r>
                        <a:rPr kumimoji="1" lang="en" altLang="ja-JP" sz="1050"/>
                        <a:t>DNJP</a:t>
                      </a:r>
                      <a:endParaRPr kumimoji="1" lang="ja-JP" altLang="en-US" sz="1050"/>
                    </a:p>
                  </a:txBody>
                  <a:tcPr anchor="ctr">
                    <a:solidFill>
                      <a:schemeClr val="bg2">
                        <a:lumMod val="20000"/>
                        <a:lumOff val="80000"/>
                      </a:schemeClr>
                    </a:solidFill>
                  </a:tcPr>
                </a:tc>
                <a:tc>
                  <a:txBody>
                    <a:bodyPr/>
                    <a:lstStyle/>
                    <a:p>
                      <a:pPr algn="ctr"/>
                      <a:r>
                        <a:rPr kumimoji="1" lang="en" altLang="ja-JP" sz="1050"/>
                        <a:t>DNJP</a:t>
                      </a:r>
                    </a:p>
                    <a:p>
                      <a:pPr algn="ctr"/>
                      <a:r>
                        <a:rPr kumimoji="1" lang="en" altLang="ja-JP" sz="1050"/>
                        <a:t>(IDEMIA)</a:t>
                      </a:r>
                      <a:endParaRPr kumimoji="1" lang="ja-JP" altLang="en-US" sz="1050"/>
                    </a:p>
                  </a:txBody>
                  <a:tcPr anchor="ctr">
                    <a:solidFill>
                      <a:schemeClr val="bg2">
                        <a:lumMod val="20000"/>
                        <a:lumOff val="80000"/>
                      </a:schemeClr>
                    </a:solidFill>
                  </a:tcPr>
                </a:tc>
                <a:tc>
                  <a:txBody>
                    <a:bodyPr/>
                    <a:lstStyle/>
                    <a:p>
                      <a:pPr algn="ctr"/>
                      <a:r>
                        <a:rPr kumimoji="1" lang="en" altLang="ja-JP" sz="1050"/>
                        <a:t>DNJP</a:t>
                      </a:r>
                    </a:p>
                    <a:p>
                      <a:pPr algn="ctr"/>
                      <a:r>
                        <a:rPr kumimoji="1" lang="en" altLang="ja-JP" sz="1050"/>
                        <a:t>(IDEMIA)</a:t>
                      </a:r>
                      <a:endParaRPr kumimoji="1" lang="ja-JP" altLang="en-US" sz="1050"/>
                    </a:p>
                  </a:txBody>
                  <a:tcPr anchor="ctr">
                    <a:solidFill>
                      <a:schemeClr val="bg2">
                        <a:lumMod val="20000"/>
                        <a:lumOff val="80000"/>
                      </a:schemeClr>
                    </a:solidFill>
                  </a:tcPr>
                </a:tc>
                <a:extLst>
                  <a:ext uri="{0D108BD9-81ED-4DB2-BD59-A6C34878D82A}">
                    <a16:rowId xmlns:a16="http://schemas.microsoft.com/office/drawing/2014/main" val="2063323431"/>
                  </a:ext>
                </a:extLst>
              </a:tr>
              <a:tr h="652330">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a:t>TMC</a:t>
                      </a:r>
                      <a:endParaRPr kumimoji="1" lang="ja-JP" altLang="en-US" sz="1050"/>
                    </a:p>
                  </a:txBody>
                  <a:tcPr anchor="ctr">
                    <a:noFill/>
                  </a:tcPr>
                </a:tc>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a:t>TMC</a:t>
                      </a:r>
                      <a:endParaRPr kumimoji="1" lang="ja-JP" altLang="en-US" sz="1050"/>
                    </a:p>
                  </a:txBody>
                  <a:tcPr anchor="ctr">
                    <a:noFill/>
                  </a:tcPr>
                </a:tc>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a:t>TMC</a:t>
                      </a:r>
                      <a:endParaRPr kumimoji="1" lang="ja-JP" altLang="en-US" sz="1050"/>
                    </a:p>
                  </a:txBody>
                  <a:tcPr anchor="ctr">
                    <a:noFill/>
                  </a:tcPr>
                </a:tc>
                <a:extLst>
                  <a:ext uri="{0D108BD9-81ED-4DB2-BD59-A6C34878D82A}">
                    <a16:rowId xmlns:a16="http://schemas.microsoft.com/office/drawing/2014/main" val="3243134407"/>
                  </a:ext>
                </a:extLst>
              </a:tr>
              <a:tr h="652330">
                <a:tc>
                  <a:txBody>
                    <a:bodyPr/>
                    <a:lstStyle/>
                    <a:p>
                      <a:pPr algn="ctr"/>
                      <a:r>
                        <a:rPr kumimoji="1" lang="en" altLang="ja-JP" sz="1050" b="0"/>
                        <a:t>DNJP</a:t>
                      </a:r>
                    </a:p>
                    <a:p>
                      <a:pPr algn="ctr"/>
                      <a:r>
                        <a:rPr kumimoji="1" lang="en" altLang="ja-JP" sz="1050" b="0"/>
                        <a:t>(DNST)</a:t>
                      </a:r>
                      <a:endParaRPr kumimoji="1" lang="ja-JP" altLang="en-US" sz="1050" b="0"/>
                    </a:p>
                  </a:txBody>
                  <a:tcPr anchor="ctr">
                    <a:solidFill>
                      <a:schemeClr val="bg2">
                        <a:lumMod val="20000"/>
                        <a:lumOff val="80000"/>
                      </a:schemeClr>
                    </a:solidFill>
                  </a:tcPr>
                </a:tc>
                <a:tc>
                  <a:txBody>
                    <a:bodyPr/>
                    <a:lstStyle/>
                    <a:p>
                      <a:pPr algn="ctr"/>
                      <a:r>
                        <a:rPr kumimoji="1" lang="en" altLang="ja-JP" sz="1050" b="0"/>
                        <a:t>DNJP</a:t>
                      </a:r>
                    </a:p>
                    <a:p>
                      <a:pPr algn="ctr"/>
                      <a:r>
                        <a:rPr kumimoji="1" lang="en" altLang="ja-JP" sz="1050" b="0"/>
                        <a:t>(DNST)</a:t>
                      </a:r>
                      <a:endParaRPr kumimoji="1" lang="ja-JP" altLang="en-US" sz="1050" b="0"/>
                    </a:p>
                  </a:txBody>
                  <a:tcPr anchor="ctr">
                    <a:solidFill>
                      <a:schemeClr val="bg2">
                        <a:lumMod val="20000"/>
                        <a:lumOff val="80000"/>
                      </a:schemeClr>
                    </a:solidFill>
                  </a:tcPr>
                </a:tc>
                <a:tc>
                  <a:txBody>
                    <a:bodyPr/>
                    <a:lstStyle/>
                    <a:p>
                      <a:pPr algn="ctr"/>
                      <a:r>
                        <a:rPr kumimoji="1" lang="en" altLang="ja-JP" sz="1050" b="0"/>
                        <a:t>DNJP</a:t>
                      </a:r>
                    </a:p>
                    <a:p>
                      <a:pPr algn="ctr"/>
                      <a:r>
                        <a:rPr kumimoji="1" lang="en" altLang="ja-JP" sz="1050" b="0"/>
                        <a:t>(DNST)</a:t>
                      </a:r>
                      <a:endParaRPr kumimoji="1" lang="ja-JP" altLang="en-US" sz="1050" b="0"/>
                    </a:p>
                  </a:txBody>
                  <a:tcPr anchor="ctr">
                    <a:solidFill>
                      <a:schemeClr val="bg2">
                        <a:lumMod val="20000"/>
                        <a:lumOff val="80000"/>
                      </a:schemeClr>
                    </a:solidFill>
                  </a:tcPr>
                </a:tc>
                <a:extLst>
                  <a:ext uri="{0D108BD9-81ED-4DB2-BD59-A6C34878D82A}">
                    <a16:rowId xmlns:a16="http://schemas.microsoft.com/office/drawing/2014/main" val="2350494908"/>
                  </a:ext>
                </a:extLst>
              </a:tr>
              <a:tr h="652330">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a:t>DNJP</a:t>
                      </a:r>
                      <a:endParaRPr kumimoji="1" lang="ja-JP" altLang="en-US" sz="1050"/>
                    </a:p>
                  </a:txBody>
                  <a:tcPr anchor="ctr">
                    <a:solidFill>
                      <a:schemeClr val="bg2">
                        <a:lumMod val="20000"/>
                        <a:lumOff val="80000"/>
                      </a:schemeClr>
                    </a:solidFill>
                  </a:tcPr>
                </a:tc>
                <a:tc>
                  <a:txBody>
                    <a:bodyPr/>
                    <a:lstStyle/>
                    <a:p>
                      <a:pPr algn="ctr"/>
                      <a:r>
                        <a:rPr kumimoji="1" lang="en" altLang="ja-JP" sz="1050"/>
                        <a:t>IDEMIA</a:t>
                      </a:r>
                      <a:endParaRPr kumimoji="1" lang="ja-JP" altLang="en-US" sz="1050"/>
                    </a:p>
                  </a:txBody>
                  <a:tcPr anchor="ctr">
                    <a:solidFill>
                      <a:schemeClr val="bg2">
                        <a:lumMod val="20000"/>
                        <a:lumOff val="80000"/>
                      </a:schemeClr>
                    </a:solidFill>
                  </a:tcPr>
                </a:tc>
                <a:tc>
                  <a:txBody>
                    <a:bodyPr/>
                    <a:lstStyle/>
                    <a:p>
                      <a:pPr algn="ctr"/>
                      <a:r>
                        <a:rPr kumimoji="1" lang="en" altLang="ja-JP" sz="1050"/>
                        <a:t>IDEMIA</a:t>
                      </a:r>
                      <a:endParaRPr kumimoji="1" lang="ja-JP" altLang="en-US" sz="1050"/>
                    </a:p>
                  </a:txBody>
                  <a:tcPr anchor="ctr">
                    <a:solidFill>
                      <a:schemeClr val="bg2">
                        <a:lumMod val="20000"/>
                        <a:lumOff val="80000"/>
                      </a:schemeClr>
                    </a:solidFill>
                  </a:tcPr>
                </a:tc>
                <a:extLst>
                  <a:ext uri="{0D108BD9-81ED-4DB2-BD59-A6C34878D82A}">
                    <a16:rowId xmlns:a16="http://schemas.microsoft.com/office/drawing/2014/main" val="2471535194"/>
                  </a:ext>
                </a:extLst>
              </a:tr>
            </a:tbl>
          </a:graphicData>
        </a:graphic>
      </p:graphicFrame>
      <p:sp>
        <p:nvSpPr>
          <p:cNvPr id="39" name="テキスト ボックス 38">
            <a:extLst>
              <a:ext uri="{FF2B5EF4-FFF2-40B4-BE49-F238E27FC236}">
                <a16:creationId xmlns:a16="http://schemas.microsoft.com/office/drawing/2014/main" id="{77A5252A-F0B4-4C72-A37F-B3C964619E87}"/>
              </a:ext>
            </a:extLst>
          </p:cNvPr>
          <p:cNvSpPr txBox="1"/>
          <p:nvPr/>
        </p:nvSpPr>
        <p:spPr>
          <a:xfrm>
            <a:off x="3255320" y="288057"/>
            <a:ext cx="1097566" cy="307777"/>
          </a:xfrm>
          <a:prstGeom prst="rect">
            <a:avLst/>
          </a:prstGeom>
          <a:noFill/>
        </p:spPr>
        <p:txBody>
          <a:bodyPr wrap="square">
            <a:spAutoFit/>
          </a:bodyPr>
          <a:lstStyle/>
          <a:p>
            <a:r>
              <a:rPr lang="en" altLang="en-US" sz="1400"/>
              <a:t>&lt; Japan&gt;</a:t>
            </a:r>
            <a:endParaRPr lang="en-US" altLang="ja-JP" sz="1400"/>
          </a:p>
        </p:txBody>
      </p:sp>
      <p:graphicFrame>
        <p:nvGraphicFramePr>
          <p:cNvPr id="40" name="表 39">
            <a:extLst>
              <a:ext uri="{FF2B5EF4-FFF2-40B4-BE49-F238E27FC236}">
                <a16:creationId xmlns:a16="http://schemas.microsoft.com/office/drawing/2014/main" id="{775F38C1-7AA9-9F68-1238-0A327F6CF091}"/>
              </a:ext>
            </a:extLst>
          </p:cNvPr>
          <p:cNvGraphicFramePr>
            <a:graphicFrameLocks noGrp="1"/>
          </p:cNvGraphicFramePr>
          <p:nvPr>
            <p:extLst>
              <p:ext uri="{D42A27DB-BD31-4B8C-83A1-F6EECF244321}">
                <p14:modId xmlns:p14="http://schemas.microsoft.com/office/powerpoint/2010/main" val="1275342745"/>
              </p:ext>
            </p:extLst>
          </p:nvPr>
        </p:nvGraphicFramePr>
        <p:xfrm>
          <a:off x="9040129" y="523222"/>
          <a:ext cx="2409864" cy="5777890"/>
        </p:xfrm>
        <a:graphic>
          <a:graphicData uri="http://schemas.openxmlformats.org/drawingml/2006/table">
            <a:tbl>
              <a:tblPr firstRow="1" bandRow="1">
                <a:tableStyleId>{5940675A-B579-460E-94D1-54222C63F5DA}</a:tableStyleId>
              </a:tblPr>
              <a:tblGrid>
                <a:gridCol w="803532">
                  <a:extLst>
                    <a:ext uri="{9D8B030D-6E8A-4147-A177-3AD203B41FA5}">
                      <a16:colId xmlns:a16="http://schemas.microsoft.com/office/drawing/2014/main" val="4115682360"/>
                    </a:ext>
                  </a:extLst>
                </a:gridCol>
                <a:gridCol w="803532">
                  <a:extLst>
                    <a:ext uri="{9D8B030D-6E8A-4147-A177-3AD203B41FA5}">
                      <a16:colId xmlns:a16="http://schemas.microsoft.com/office/drawing/2014/main" val="2454353315"/>
                    </a:ext>
                  </a:extLst>
                </a:gridCol>
                <a:gridCol w="802800">
                  <a:extLst>
                    <a:ext uri="{9D8B030D-6E8A-4147-A177-3AD203B41FA5}">
                      <a16:colId xmlns:a16="http://schemas.microsoft.com/office/drawing/2014/main" val="3510158629"/>
                    </a:ext>
                  </a:extLst>
                </a:gridCol>
              </a:tblGrid>
              <a:tr h="355500">
                <a:tc>
                  <a:txBody>
                    <a:bodyPr/>
                    <a:lstStyle/>
                    <a:p>
                      <a:pPr algn="ctr"/>
                      <a:r>
                        <a:rPr kumimoji="1" lang="en" altLang="en-US" sz="1050" b="1"/>
                        <a:t>Specification</a:t>
                      </a:r>
                    </a:p>
                  </a:txBody>
                  <a:tcPr>
                    <a:solidFill>
                      <a:schemeClr val="bg1">
                        <a:lumMod val="85000"/>
                      </a:schemeClr>
                    </a:solidFill>
                  </a:tcPr>
                </a:tc>
                <a:tc>
                  <a:txBody>
                    <a:bodyPr/>
                    <a:lstStyle/>
                    <a:p>
                      <a:pPr algn="ctr"/>
                      <a:r>
                        <a:rPr kumimoji="1" lang="en" altLang="en-US" sz="1050" b="1"/>
                        <a:t>Change Development/</a:t>
                      </a:r>
                    </a:p>
                    <a:p>
                      <a:pPr algn="ctr"/>
                      <a:r>
                        <a:rPr kumimoji="1" lang="en" altLang="en-US" sz="1050" b="1"/>
                        <a:t>Maintenance and Development</a:t>
                      </a:r>
                    </a:p>
                  </a:txBody>
                  <a:tcPr>
                    <a:solidFill>
                      <a:schemeClr val="bg1">
                        <a:lumMod val="85000"/>
                      </a:schemeClr>
                    </a:solidFill>
                  </a:tcPr>
                </a:tc>
                <a:tc>
                  <a:txBody>
                    <a:bodyPr/>
                    <a:lstStyle/>
                    <a:p>
                      <a:pPr algn="ctr"/>
                      <a:r>
                        <a:rPr kumimoji="1" lang="en" altLang="en-US" sz="1050" b="1"/>
                        <a:t>Utilization</a:t>
                      </a:r>
                    </a:p>
                  </a:txBody>
                  <a:tcPr>
                    <a:solidFill>
                      <a:schemeClr val="bg1">
                        <a:lumMod val="85000"/>
                      </a:schemeClr>
                    </a:solidFill>
                  </a:tcPr>
                </a:tc>
                <a:extLst>
                  <a:ext uri="{0D108BD9-81ED-4DB2-BD59-A6C34878D82A}">
                    <a16:rowId xmlns:a16="http://schemas.microsoft.com/office/drawing/2014/main" val="870659724"/>
                  </a:ext>
                </a:extLst>
              </a:tr>
              <a:tr h="652330">
                <a:tc>
                  <a:txBody>
                    <a:bodyPr/>
                    <a:lstStyle/>
                    <a:p>
                      <a:pPr algn="ctr"/>
                      <a:r>
                        <a:rPr kumimoji="1" lang="en" altLang="ja-JP" sz="1050"/>
                        <a:t>TMNA/</a:t>
                      </a:r>
                    </a:p>
                    <a:p>
                      <a:pPr algn="ctr"/>
                      <a:r>
                        <a:rPr kumimoji="1" lang="en" altLang="ja-JP" sz="1050"/>
                        <a:t>TME</a:t>
                      </a:r>
                      <a:endParaRPr kumimoji="1" lang="ja-JP" altLang="en-US" sz="1050"/>
                    </a:p>
                  </a:txBody>
                  <a:tcPr anchor="ctr">
                    <a:noFill/>
                  </a:tcPr>
                </a:tc>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b="0" u="none" strike="noStrike" kern="1200" cap="none" spc="0" normalizeH="0" baseline="0" noProof="0">
                          <a:ln>
                            <a:noFill/>
                          </a:ln>
                          <a:solidFill>
                            <a:srgbClr val="323232"/>
                          </a:solidFill>
                          <a:effectLst/>
                          <a:uLnTx/>
                          <a:uFillTx/>
                        </a:rPr>
                        <a:t>TMNA/</a:t>
                      </a:r>
                    </a:p>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b="0" u="none" strike="noStrike" kern="1200" cap="none" spc="0" normalizeH="0" baseline="0" noProof="0">
                          <a:ln>
                            <a:noFill/>
                          </a:ln>
                          <a:solidFill>
                            <a:srgbClr val="323232"/>
                          </a:solidFill>
                          <a:effectLst/>
                          <a:uLnTx/>
                          <a:uFillTx/>
                        </a:rPr>
                        <a:t>TME</a:t>
                      </a:r>
                      <a:endParaRPr kumimoji="1" lang="ja-JP" altLang="en-US" sz="1050" b="0" i="0" u="none" strike="noStrike" kern="1200" cap="none" spc="0" normalizeH="0" baseline="0" noProof="0">
                        <a:ln>
                          <a:noFill/>
                        </a:ln>
                        <a:solidFill>
                          <a:srgbClr val="323232"/>
                        </a:solidFill>
                        <a:effectLst/>
                        <a:uLnTx/>
                        <a:uFillTx/>
                        <a:latin typeface="Yu Gothic UI"/>
                        <a:ea typeface="Yu Gothic UI"/>
                        <a:cs typeface="Times New Roman"/>
                      </a:endParaRPr>
                    </a:p>
                  </a:txBody>
                  <a:tcPr anchor="ctr">
                    <a:noFill/>
                  </a:tcPr>
                </a:tc>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b="0" u="none" strike="noStrike" kern="1200" cap="none" spc="0" normalizeH="0" baseline="0" noProof="0">
                          <a:ln>
                            <a:noFill/>
                          </a:ln>
                          <a:solidFill>
                            <a:srgbClr val="323232"/>
                          </a:solidFill>
                          <a:effectLst/>
                          <a:uLnTx/>
                          <a:uFillTx/>
                        </a:rPr>
                        <a:t>TMNA/</a:t>
                      </a:r>
                    </a:p>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b="0" u="none" strike="noStrike" kern="1200" cap="none" spc="0" normalizeH="0" baseline="0" noProof="0">
                          <a:ln>
                            <a:noFill/>
                          </a:ln>
                          <a:solidFill>
                            <a:srgbClr val="323232"/>
                          </a:solidFill>
                          <a:effectLst/>
                          <a:uLnTx/>
                          <a:uFillTx/>
                        </a:rPr>
                        <a:t>TME</a:t>
                      </a:r>
                      <a:endParaRPr kumimoji="1" lang="ja-JP" altLang="en-US" sz="1050" b="0" i="0" u="none" strike="noStrike" kern="1200" cap="none" spc="0" normalizeH="0" baseline="0" noProof="0">
                        <a:ln>
                          <a:noFill/>
                        </a:ln>
                        <a:solidFill>
                          <a:srgbClr val="323232"/>
                        </a:solidFill>
                        <a:effectLst/>
                        <a:uLnTx/>
                        <a:uFillTx/>
                        <a:latin typeface="Yu Gothic UI"/>
                        <a:ea typeface="Yu Gothic UI"/>
                        <a:cs typeface="Times New Roman"/>
                      </a:endParaRPr>
                    </a:p>
                  </a:txBody>
                  <a:tcPr anchor="ctr">
                    <a:noFill/>
                  </a:tcPr>
                </a:tc>
                <a:extLst>
                  <a:ext uri="{0D108BD9-81ED-4DB2-BD59-A6C34878D82A}">
                    <a16:rowId xmlns:a16="http://schemas.microsoft.com/office/drawing/2014/main" val="633651545"/>
                  </a:ext>
                </a:extLst>
              </a:tr>
              <a:tr h="1304660">
                <a:tc>
                  <a:txBody>
                    <a:bodyPr/>
                    <a:lstStyle/>
                    <a:p>
                      <a:pPr algn="ctr"/>
                      <a:r>
                        <a:rPr kumimoji="1" lang="en" altLang="ja-JP" sz="1050"/>
                        <a:t>TMNA/</a:t>
                      </a:r>
                    </a:p>
                    <a:p>
                      <a:pPr algn="ctr"/>
                      <a:r>
                        <a:rPr kumimoji="1" lang="en" altLang="ja-JP" sz="1050"/>
                        <a:t>TME</a:t>
                      </a:r>
                    </a:p>
                  </a:txBody>
                  <a:tcPr anchor="ctr">
                    <a:noFill/>
                  </a:tcPr>
                </a:tc>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b="0" u="none" strike="noStrike" kern="1200" cap="none" spc="0" normalizeH="0" baseline="0" noProof="0">
                          <a:ln>
                            <a:noFill/>
                          </a:ln>
                          <a:solidFill>
                            <a:srgbClr val="323232"/>
                          </a:solidFill>
                          <a:effectLst/>
                          <a:uLnTx/>
                          <a:uFillTx/>
                        </a:rPr>
                        <a:t>TMNA/</a:t>
                      </a:r>
                    </a:p>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b="0" u="none" strike="noStrike" kern="1200" cap="none" spc="0" normalizeH="0" baseline="0" noProof="0">
                          <a:ln>
                            <a:noFill/>
                          </a:ln>
                          <a:solidFill>
                            <a:srgbClr val="323232"/>
                          </a:solidFill>
                          <a:effectLst/>
                          <a:uLnTx/>
                          <a:uFillTx/>
                        </a:rPr>
                        <a:t>TME</a:t>
                      </a:r>
                      <a:endParaRPr kumimoji="1" lang="ja-JP" altLang="en-US" sz="1050" b="0" i="0" u="none" strike="noStrike" kern="1200" cap="none" spc="0" normalizeH="0" baseline="0" noProof="0">
                        <a:ln>
                          <a:noFill/>
                        </a:ln>
                        <a:solidFill>
                          <a:srgbClr val="323232"/>
                        </a:solidFill>
                        <a:effectLst/>
                        <a:uLnTx/>
                        <a:uFillTx/>
                        <a:latin typeface="Yu Gothic UI"/>
                        <a:ea typeface="Yu Gothic UI"/>
                        <a:cs typeface="Times New Roman"/>
                      </a:endParaRPr>
                    </a:p>
                  </a:txBody>
                  <a:tcPr anchor="ctr">
                    <a:noFill/>
                  </a:tcPr>
                </a:tc>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b="0" u="none" strike="noStrike" kern="1200" cap="none" spc="0" normalizeH="0" baseline="0" noProof="0">
                          <a:ln>
                            <a:noFill/>
                          </a:ln>
                          <a:solidFill>
                            <a:srgbClr val="323232"/>
                          </a:solidFill>
                          <a:effectLst/>
                          <a:uLnTx/>
                          <a:uFillTx/>
                        </a:rPr>
                        <a:t>TMNA/</a:t>
                      </a:r>
                    </a:p>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b="0" u="none" strike="noStrike" kern="1200" cap="none" spc="0" normalizeH="0" baseline="0" noProof="0">
                          <a:ln>
                            <a:noFill/>
                          </a:ln>
                          <a:solidFill>
                            <a:srgbClr val="323232"/>
                          </a:solidFill>
                          <a:effectLst/>
                          <a:uLnTx/>
                          <a:uFillTx/>
                        </a:rPr>
                        <a:t>TME</a:t>
                      </a:r>
                      <a:endParaRPr kumimoji="1" lang="ja-JP" altLang="en-US" sz="1050" b="0" i="0" u="none" strike="noStrike" kern="1200" cap="none" spc="0" normalizeH="0" baseline="0" noProof="0">
                        <a:ln>
                          <a:noFill/>
                        </a:ln>
                        <a:solidFill>
                          <a:srgbClr val="323232"/>
                        </a:solidFill>
                        <a:effectLst/>
                        <a:uLnTx/>
                        <a:uFillTx/>
                        <a:latin typeface="Yu Gothic UI"/>
                        <a:ea typeface="Yu Gothic UI"/>
                        <a:cs typeface="Times New Roman"/>
                      </a:endParaRPr>
                    </a:p>
                  </a:txBody>
                  <a:tcPr anchor="ctr">
                    <a:noFill/>
                  </a:tcPr>
                </a:tc>
                <a:extLst>
                  <a:ext uri="{0D108BD9-81ED-4DB2-BD59-A6C34878D82A}">
                    <a16:rowId xmlns:a16="http://schemas.microsoft.com/office/drawing/2014/main" val="254125989"/>
                  </a:ext>
                </a:extLst>
              </a:tr>
              <a:tr h="652330">
                <a:tc>
                  <a:txBody>
                    <a:bodyPr/>
                    <a:lstStyle/>
                    <a:p>
                      <a:pPr algn="ctr"/>
                      <a:r>
                        <a:rPr kumimoji="1" lang="en" altLang="ja-JP" sz="1050"/>
                        <a:t>DNJP</a:t>
                      </a:r>
                      <a:endParaRPr kumimoji="1" lang="ja-JP" altLang="en-US" sz="1050"/>
                    </a:p>
                  </a:txBody>
                  <a:tcPr anchor="ctr">
                    <a:solidFill>
                      <a:schemeClr val="bg2">
                        <a:lumMod val="20000"/>
                        <a:lumOff val="80000"/>
                      </a:schemeClr>
                    </a:solidFill>
                  </a:tcPr>
                </a:tc>
                <a:tc>
                  <a:txBody>
                    <a:bodyPr/>
                    <a:lstStyle/>
                    <a:p>
                      <a:pPr algn="ctr"/>
                      <a:r>
                        <a:rPr kumimoji="1" lang="en" altLang="ja-JP" sz="1050"/>
                        <a:t>DNJP</a:t>
                      </a:r>
                    </a:p>
                    <a:p>
                      <a:pPr algn="ctr"/>
                      <a:r>
                        <a:rPr kumimoji="1" lang="en" altLang="ja-JP" sz="1050"/>
                        <a:t>(IDEMIA)</a:t>
                      </a:r>
                      <a:endParaRPr kumimoji="1" lang="ja-JP" altLang="en-US" sz="1050"/>
                    </a:p>
                  </a:txBody>
                  <a:tcPr anchor="ctr">
                    <a:solidFill>
                      <a:schemeClr val="bg2">
                        <a:lumMod val="20000"/>
                        <a:lumOff val="80000"/>
                      </a:schemeClr>
                    </a:solidFill>
                  </a:tcPr>
                </a:tc>
                <a:tc>
                  <a:txBody>
                    <a:bodyPr/>
                    <a:lstStyle/>
                    <a:p>
                      <a:pPr algn="ctr"/>
                      <a:r>
                        <a:rPr kumimoji="1" lang="en" altLang="ja-JP" sz="1050"/>
                        <a:t>TMNA/</a:t>
                      </a:r>
                    </a:p>
                    <a:p>
                      <a:pPr algn="ctr"/>
                      <a:r>
                        <a:rPr kumimoji="1" lang="en" altLang="ja-JP" sz="1050"/>
                        <a:t>TME</a:t>
                      </a:r>
                      <a:endParaRPr kumimoji="1" lang="ja-JP" altLang="en-US" sz="1050"/>
                    </a:p>
                  </a:txBody>
                  <a:tcPr anchor="ctr">
                    <a:noFill/>
                  </a:tcPr>
                </a:tc>
                <a:extLst>
                  <a:ext uri="{0D108BD9-81ED-4DB2-BD59-A6C34878D82A}">
                    <a16:rowId xmlns:a16="http://schemas.microsoft.com/office/drawing/2014/main" val="2063323431"/>
                  </a:ext>
                </a:extLst>
              </a:tr>
              <a:tr h="652330">
                <a:tc>
                  <a:txBody>
                    <a:bodyPr/>
                    <a:lstStyle/>
                    <a:p>
                      <a:pPr algn="ctr"/>
                      <a:r>
                        <a:rPr kumimoji="1" lang="en" altLang="ja-JP" sz="1050"/>
                        <a:t>TMNA/</a:t>
                      </a:r>
                    </a:p>
                    <a:p>
                      <a:pPr algn="ctr"/>
                      <a:r>
                        <a:rPr kumimoji="1" lang="en" altLang="ja-JP" sz="1050"/>
                        <a:t>TME</a:t>
                      </a:r>
                      <a:endParaRPr kumimoji="1" lang="ja-JP" altLang="en-US" sz="1050"/>
                    </a:p>
                  </a:txBody>
                  <a:tcPr anchor="ctr">
                    <a:noFill/>
                  </a:tcPr>
                </a:tc>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b="0" u="none" strike="noStrike" kern="1200" cap="none" spc="0" normalizeH="0" baseline="0" noProof="0">
                          <a:ln>
                            <a:noFill/>
                          </a:ln>
                          <a:solidFill>
                            <a:srgbClr val="323232"/>
                          </a:solidFill>
                          <a:effectLst/>
                          <a:uLnTx/>
                          <a:uFillTx/>
                        </a:rPr>
                        <a:t>TMNA/</a:t>
                      </a:r>
                    </a:p>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b="0" u="none" strike="noStrike" kern="1200" cap="none" spc="0" normalizeH="0" baseline="0" noProof="0">
                          <a:ln>
                            <a:noFill/>
                          </a:ln>
                          <a:solidFill>
                            <a:srgbClr val="323232"/>
                          </a:solidFill>
                          <a:effectLst/>
                          <a:uLnTx/>
                          <a:uFillTx/>
                        </a:rPr>
                        <a:t>TME</a:t>
                      </a:r>
                      <a:endParaRPr kumimoji="1" lang="ja-JP" altLang="en-US" sz="1050" b="0" i="0" u="none" strike="noStrike" kern="1200" cap="none" spc="0" normalizeH="0" baseline="0" noProof="0">
                        <a:ln>
                          <a:noFill/>
                        </a:ln>
                        <a:solidFill>
                          <a:srgbClr val="323232"/>
                        </a:solidFill>
                        <a:effectLst/>
                        <a:uLnTx/>
                        <a:uFillTx/>
                        <a:latin typeface="Yu Gothic UI"/>
                        <a:ea typeface="Yu Gothic UI"/>
                        <a:cs typeface="Times New Roman"/>
                      </a:endParaRPr>
                    </a:p>
                  </a:txBody>
                  <a:tcPr anchor="ctr">
                    <a:noFill/>
                  </a:tcPr>
                </a:tc>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b="0" u="none" strike="noStrike" kern="1200" cap="none" spc="0" normalizeH="0" baseline="0" noProof="0">
                          <a:ln>
                            <a:noFill/>
                          </a:ln>
                          <a:solidFill>
                            <a:srgbClr val="323232"/>
                          </a:solidFill>
                          <a:effectLst/>
                          <a:uLnTx/>
                          <a:uFillTx/>
                        </a:rPr>
                        <a:t>TMNA/</a:t>
                      </a:r>
                    </a:p>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b="0" u="none" strike="noStrike" kern="1200" cap="none" spc="0" normalizeH="0" baseline="0" noProof="0">
                          <a:ln>
                            <a:noFill/>
                          </a:ln>
                          <a:solidFill>
                            <a:srgbClr val="323232"/>
                          </a:solidFill>
                          <a:effectLst/>
                          <a:uLnTx/>
                          <a:uFillTx/>
                        </a:rPr>
                        <a:t>TME</a:t>
                      </a:r>
                      <a:endParaRPr kumimoji="1" lang="ja-JP" altLang="en-US" sz="1050" b="0" i="0" u="none" strike="noStrike" kern="1200" cap="none" spc="0" normalizeH="0" baseline="0" noProof="0">
                        <a:ln>
                          <a:noFill/>
                        </a:ln>
                        <a:solidFill>
                          <a:srgbClr val="323232"/>
                        </a:solidFill>
                        <a:effectLst/>
                        <a:uLnTx/>
                        <a:uFillTx/>
                        <a:latin typeface="Yu Gothic UI"/>
                        <a:ea typeface="Yu Gothic UI"/>
                        <a:cs typeface="Times New Roman"/>
                      </a:endParaRPr>
                    </a:p>
                  </a:txBody>
                  <a:tcPr anchor="ctr">
                    <a:noFill/>
                  </a:tcPr>
                </a:tc>
                <a:extLst>
                  <a:ext uri="{0D108BD9-81ED-4DB2-BD59-A6C34878D82A}">
                    <a16:rowId xmlns:a16="http://schemas.microsoft.com/office/drawing/2014/main" val="3243134407"/>
                  </a:ext>
                </a:extLst>
              </a:tr>
              <a:tr h="652330">
                <a:tc>
                  <a:txBody>
                    <a:bodyPr/>
                    <a:lstStyle/>
                    <a:p>
                      <a:pPr algn="ctr"/>
                      <a:r>
                        <a:rPr kumimoji="1" lang="en" altLang="ja-JP" sz="1050" b="0"/>
                        <a:t>DNJP</a:t>
                      </a:r>
                    </a:p>
                    <a:p>
                      <a:pPr algn="ctr"/>
                      <a:r>
                        <a:rPr kumimoji="1" lang="en" altLang="ja-JP" sz="1050" b="0"/>
                        <a:t>(DNST)</a:t>
                      </a:r>
                      <a:endParaRPr kumimoji="1" lang="ja-JP" altLang="en-US" sz="1050" b="0"/>
                    </a:p>
                  </a:txBody>
                  <a:tcPr anchor="ctr">
                    <a:solidFill>
                      <a:schemeClr val="bg2">
                        <a:lumMod val="20000"/>
                        <a:lumOff val="80000"/>
                      </a:schemeClr>
                    </a:solidFill>
                  </a:tcPr>
                </a:tc>
                <a:tc>
                  <a:txBody>
                    <a:bodyPr/>
                    <a:lstStyle/>
                    <a:p>
                      <a:pPr algn="ctr"/>
                      <a:r>
                        <a:rPr kumimoji="1" lang="en" altLang="ja-JP" sz="1050" b="0"/>
                        <a:t>DNJP</a:t>
                      </a:r>
                    </a:p>
                    <a:p>
                      <a:pPr algn="ctr"/>
                      <a:r>
                        <a:rPr kumimoji="1" lang="en" altLang="ja-JP" sz="1050" b="0"/>
                        <a:t>(DNST)</a:t>
                      </a:r>
                      <a:endParaRPr kumimoji="1" lang="ja-JP" altLang="en-US" sz="1050" b="0"/>
                    </a:p>
                  </a:txBody>
                  <a:tcPr anchor="ctr">
                    <a:solidFill>
                      <a:schemeClr val="bg2">
                        <a:lumMod val="20000"/>
                        <a:lumOff val="80000"/>
                      </a:schemeClr>
                    </a:solidFill>
                  </a:tcPr>
                </a:tc>
                <a:tc>
                  <a:txBody>
                    <a:bodyPr/>
                    <a:lstStyle/>
                    <a:p>
                      <a:pPr algn="ctr"/>
                      <a:r>
                        <a:rPr kumimoji="1" lang="en" altLang="ja-JP" sz="1050" b="0"/>
                        <a:t>DNJP</a:t>
                      </a:r>
                    </a:p>
                    <a:p>
                      <a:pPr algn="ctr"/>
                      <a:r>
                        <a:rPr kumimoji="1" lang="en" altLang="ja-JP" sz="1050" b="0"/>
                        <a:t>(DNST)</a:t>
                      </a:r>
                      <a:endParaRPr kumimoji="1" lang="ja-JP" altLang="en-US" sz="1050" b="0"/>
                    </a:p>
                  </a:txBody>
                  <a:tcPr anchor="ctr">
                    <a:solidFill>
                      <a:schemeClr val="bg2">
                        <a:lumMod val="20000"/>
                        <a:lumOff val="80000"/>
                      </a:schemeClr>
                    </a:solidFill>
                  </a:tcPr>
                </a:tc>
                <a:extLst>
                  <a:ext uri="{0D108BD9-81ED-4DB2-BD59-A6C34878D82A}">
                    <a16:rowId xmlns:a16="http://schemas.microsoft.com/office/drawing/2014/main" val="2350494908"/>
                  </a:ext>
                </a:extLst>
              </a:tr>
              <a:tr h="652330">
                <a:tc>
                  <a:txBody>
                    <a:bodyPr/>
                    <a:lstStyle/>
                    <a:p>
                      <a:pPr marL="0" marR="0" lvl="0" indent="0" algn="ctr" defTabSz="914423" rtl="0" eaLnBrk="1" fontAlgn="auto" latinLnBrk="0" hangingPunct="1">
                        <a:lnSpc>
                          <a:spcPct val="100000"/>
                        </a:lnSpc>
                        <a:spcBef>
                          <a:spcPts val="0"/>
                        </a:spcBef>
                        <a:spcAft>
                          <a:spcPts val="0"/>
                        </a:spcAft>
                        <a:buClrTx/>
                        <a:buSzTx/>
                        <a:buFontTx/>
                        <a:buNone/>
                        <a:tabLst/>
                        <a:defRPr/>
                      </a:pPr>
                      <a:r>
                        <a:rPr kumimoji="1" lang="en" altLang="ja-JP" sz="1050"/>
                        <a:t>DNJP</a:t>
                      </a:r>
                      <a:endParaRPr kumimoji="1" lang="ja-JP" altLang="en-US" sz="1050"/>
                    </a:p>
                  </a:txBody>
                  <a:tcPr anchor="ctr">
                    <a:solidFill>
                      <a:schemeClr val="bg2">
                        <a:lumMod val="20000"/>
                        <a:lumOff val="80000"/>
                      </a:schemeClr>
                    </a:solidFill>
                  </a:tcPr>
                </a:tc>
                <a:tc>
                  <a:txBody>
                    <a:bodyPr/>
                    <a:lstStyle/>
                    <a:p>
                      <a:pPr algn="ctr"/>
                      <a:r>
                        <a:rPr kumimoji="1" lang="en" altLang="ja-JP" sz="1050"/>
                        <a:t>IDEMIA</a:t>
                      </a:r>
                      <a:endParaRPr kumimoji="1" lang="ja-JP" altLang="en-US" sz="1050"/>
                    </a:p>
                  </a:txBody>
                  <a:tcPr anchor="ctr">
                    <a:solidFill>
                      <a:schemeClr val="bg2">
                        <a:lumMod val="20000"/>
                        <a:lumOff val="80000"/>
                      </a:schemeClr>
                    </a:solidFill>
                  </a:tcPr>
                </a:tc>
                <a:tc>
                  <a:txBody>
                    <a:bodyPr/>
                    <a:lstStyle/>
                    <a:p>
                      <a:pPr algn="ctr"/>
                      <a:r>
                        <a:rPr kumimoji="1" lang="en" altLang="ja-JP" sz="1050"/>
                        <a:t>IDEMIA</a:t>
                      </a:r>
                      <a:endParaRPr kumimoji="1" lang="ja-JP" altLang="en-US" sz="1050"/>
                    </a:p>
                  </a:txBody>
                  <a:tcPr anchor="ctr">
                    <a:solidFill>
                      <a:schemeClr val="bg2">
                        <a:lumMod val="20000"/>
                        <a:lumOff val="80000"/>
                      </a:schemeClr>
                    </a:solidFill>
                  </a:tcPr>
                </a:tc>
                <a:extLst>
                  <a:ext uri="{0D108BD9-81ED-4DB2-BD59-A6C34878D82A}">
                    <a16:rowId xmlns:a16="http://schemas.microsoft.com/office/drawing/2014/main" val="2471535194"/>
                  </a:ext>
                </a:extLst>
              </a:tr>
            </a:tbl>
          </a:graphicData>
        </a:graphic>
      </p:graphicFrame>
      <p:sp>
        <p:nvSpPr>
          <p:cNvPr id="41" name="正方形/長方形 40">
            <a:extLst>
              <a:ext uri="{FF2B5EF4-FFF2-40B4-BE49-F238E27FC236}">
                <a16:creationId xmlns:a16="http://schemas.microsoft.com/office/drawing/2014/main" id="{C6019FB6-3562-4CFB-804E-E7490346DEAD}"/>
              </a:ext>
            </a:extLst>
          </p:cNvPr>
          <p:cNvSpPr/>
          <p:nvPr/>
        </p:nvSpPr>
        <p:spPr>
          <a:xfrm>
            <a:off x="6133375" y="583305"/>
            <a:ext cx="2631086" cy="4921813"/>
          </a:xfrm>
          <a:prstGeom prst="rect">
            <a:avLst/>
          </a:prstGeom>
          <a:solidFill>
            <a:schemeClr val="bg1"/>
          </a:solidFill>
          <a:ln w="19050"/>
        </p:spPr>
        <p:style>
          <a:lnRef idx="2">
            <a:schemeClr val="dk1"/>
          </a:lnRef>
          <a:fillRef idx="1">
            <a:schemeClr val="lt1"/>
          </a:fillRef>
          <a:effectRef idx="0">
            <a:schemeClr val="dk1"/>
          </a:effectRef>
          <a:fontRef idx="minor">
            <a:schemeClr val="dk1"/>
          </a:fontRef>
        </p:style>
        <p:txBody>
          <a:bodyPr rtlCol="0" anchor="t"/>
          <a:lstStyle/>
          <a:p>
            <a:pPr algn="ctr"/>
            <a:r>
              <a:rPr lang="en" altLang="en-US" sz="1600"/>
              <a:t>Services</a:t>
            </a:r>
            <a:endParaRPr kumimoji="1" lang="en-US" altLang="ja-JP" sz="1600"/>
          </a:p>
        </p:txBody>
      </p:sp>
      <p:sp>
        <p:nvSpPr>
          <p:cNvPr id="42" name="四角形: 角を丸くする 41">
            <a:extLst>
              <a:ext uri="{FF2B5EF4-FFF2-40B4-BE49-F238E27FC236}">
                <a16:creationId xmlns:a16="http://schemas.microsoft.com/office/drawing/2014/main" id="{7D3770D0-47BD-AAE9-9800-5E21DD19EFF0}"/>
              </a:ext>
            </a:extLst>
          </p:cNvPr>
          <p:cNvSpPr/>
          <p:nvPr/>
        </p:nvSpPr>
        <p:spPr>
          <a:xfrm>
            <a:off x="6413802" y="3149277"/>
            <a:ext cx="2070233" cy="2202848"/>
          </a:xfrm>
          <a:prstGeom prst="roundRect">
            <a:avLst>
              <a:gd name="adj" fmla="val 8217"/>
            </a:avLst>
          </a:prstGeom>
          <a:solidFill>
            <a:schemeClr val="bg1"/>
          </a:solidFill>
          <a:ln w="19050"/>
          <a:effectLst/>
        </p:spPr>
        <p:style>
          <a:lnRef idx="2">
            <a:schemeClr val="dk1"/>
          </a:lnRef>
          <a:fillRef idx="1">
            <a:schemeClr val="lt1"/>
          </a:fillRef>
          <a:effectRef idx="0">
            <a:schemeClr val="dk1"/>
          </a:effectRef>
          <a:fontRef idx="minor">
            <a:schemeClr val="dk1"/>
          </a:fontRef>
        </p:style>
        <p:txBody>
          <a:bodyPr rtlCol="0" anchor="t"/>
          <a:lstStyle/>
          <a:p>
            <a:pPr algn="ctr"/>
            <a:r>
              <a:rPr lang="en" altLang="en-US" sz="1600"/>
              <a:t>Smartphone</a:t>
            </a:r>
            <a:endParaRPr kumimoji="1" lang="en-US" altLang="ja-JP" sz="1600"/>
          </a:p>
        </p:txBody>
      </p:sp>
      <p:sp>
        <p:nvSpPr>
          <p:cNvPr id="44" name="正方形/長方形 43">
            <a:extLst>
              <a:ext uri="{FF2B5EF4-FFF2-40B4-BE49-F238E27FC236}">
                <a16:creationId xmlns:a16="http://schemas.microsoft.com/office/drawing/2014/main" id="{7EE15B19-48B2-2821-6994-E15D726E58D1}"/>
              </a:ext>
            </a:extLst>
          </p:cNvPr>
          <p:cNvSpPr/>
          <p:nvPr/>
        </p:nvSpPr>
        <p:spPr>
          <a:xfrm>
            <a:off x="6569068" y="3585693"/>
            <a:ext cx="1759701" cy="1640842"/>
          </a:xfrm>
          <a:prstGeom prst="rect">
            <a:avLst/>
          </a:prstGeom>
          <a:solidFill>
            <a:schemeClr val="bg1"/>
          </a:solidFill>
          <a:ln/>
          <a:effectLst/>
        </p:spPr>
        <p:style>
          <a:lnRef idx="2">
            <a:schemeClr val="dk1"/>
          </a:lnRef>
          <a:fillRef idx="1">
            <a:schemeClr val="lt1"/>
          </a:fillRef>
          <a:effectRef idx="0">
            <a:schemeClr val="dk1"/>
          </a:effectRef>
          <a:fontRef idx="minor">
            <a:schemeClr val="dk1"/>
          </a:fontRef>
        </p:style>
        <p:txBody>
          <a:bodyPr rtlCol="0" anchor="t"/>
          <a:lstStyle/>
          <a:p>
            <a:pPr algn="ctr"/>
            <a:r>
              <a:rPr lang="en" altLang="en-US" sz="1600"/>
              <a:t>OneApp</a:t>
            </a:r>
            <a:endParaRPr kumimoji="1" lang="en-US" altLang="ja-JP" sz="1600"/>
          </a:p>
        </p:txBody>
      </p:sp>
      <p:sp>
        <p:nvSpPr>
          <p:cNvPr id="45" name="正方形/長方形 44">
            <a:extLst>
              <a:ext uri="{FF2B5EF4-FFF2-40B4-BE49-F238E27FC236}">
                <a16:creationId xmlns:a16="http://schemas.microsoft.com/office/drawing/2014/main" id="{A7476CDE-1FA1-39F4-BD63-922759CFF4BF}"/>
              </a:ext>
            </a:extLst>
          </p:cNvPr>
          <p:cNvSpPr/>
          <p:nvPr/>
        </p:nvSpPr>
        <p:spPr>
          <a:xfrm>
            <a:off x="6744301" y="3999343"/>
            <a:ext cx="1409235" cy="1045609"/>
          </a:xfrm>
          <a:prstGeom prst="rect">
            <a:avLst/>
          </a:prstGeom>
          <a:solidFill>
            <a:schemeClr val="bg2">
              <a:lumMod val="20000"/>
              <a:lumOff val="80000"/>
            </a:schemeClr>
          </a:solidFill>
          <a:ln/>
          <a:effectLst/>
        </p:spPr>
        <p:style>
          <a:lnRef idx="2">
            <a:schemeClr val="dk1"/>
          </a:lnRef>
          <a:fillRef idx="1">
            <a:schemeClr val="lt1"/>
          </a:fillRef>
          <a:effectRef idx="0">
            <a:schemeClr val="dk1"/>
          </a:effectRef>
          <a:fontRef idx="minor">
            <a:schemeClr val="dk1"/>
          </a:fontRef>
        </p:style>
        <p:txBody>
          <a:bodyPr rtlCol="0" anchor="t"/>
          <a:lstStyle/>
          <a:p>
            <a:pPr algn="ctr"/>
            <a:r>
              <a:rPr kumimoji="1" lang="en" altLang="en-US" sz="1600"/>
              <a:t>Digikey SDK*</a:t>
            </a:r>
          </a:p>
        </p:txBody>
      </p:sp>
      <p:sp>
        <p:nvSpPr>
          <p:cNvPr id="46" name="正方形/長方形 45">
            <a:extLst>
              <a:ext uri="{FF2B5EF4-FFF2-40B4-BE49-F238E27FC236}">
                <a16:creationId xmlns:a16="http://schemas.microsoft.com/office/drawing/2014/main" id="{EB92EB96-28A5-54F9-186C-D0AD6241A88A}"/>
              </a:ext>
            </a:extLst>
          </p:cNvPr>
          <p:cNvSpPr/>
          <p:nvPr/>
        </p:nvSpPr>
        <p:spPr>
          <a:xfrm>
            <a:off x="6957298" y="4502524"/>
            <a:ext cx="983240" cy="347796"/>
          </a:xfrm>
          <a:prstGeom prst="rect">
            <a:avLst/>
          </a:prstGeom>
          <a:solidFill>
            <a:schemeClr val="bg2">
              <a:lumMod val="20000"/>
              <a:lumOff val="80000"/>
            </a:schemeClr>
          </a:solidFill>
          <a:ln/>
          <a:effectLst/>
        </p:spPr>
        <p:style>
          <a:lnRef idx="2">
            <a:schemeClr val="dk1"/>
          </a:lnRef>
          <a:fillRef idx="1">
            <a:schemeClr val="lt1"/>
          </a:fillRef>
          <a:effectRef idx="0">
            <a:schemeClr val="dk1"/>
          </a:effectRef>
          <a:fontRef idx="minor">
            <a:schemeClr val="dk1"/>
          </a:fontRef>
        </p:style>
        <p:txBody>
          <a:bodyPr rtlCol="0" anchor="t"/>
          <a:lstStyle/>
          <a:p>
            <a:pPr algn="ctr"/>
            <a:r>
              <a:rPr kumimoji="1" lang="en" altLang="ja-JP" sz="1600"/>
              <a:t>DA</a:t>
            </a:r>
          </a:p>
        </p:txBody>
      </p:sp>
      <p:sp>
        <p:nvSpPr>
          <p:cNvPr id="49" name="正方形/長方形 48">
            <a:extLst>
              <a:ext uri="{FF2B5EF4-FFF2-40B4-BE49-F238E27FC236}">
                <a16:creationId xmlns:a16="http://schemas.microsoft.com/office/drawing/2014/main" id="{223E4BF5-889C-5013-434F-F42408A3769E}"/>
              </a:ext>
            </a:extLst>
          </p:cNvPr>
          <p:cNvSpPr/>
          <p:nvPr/>
        </p:nvSpPr>
        <p:spPr>
          <a:xfrm>
            <a:off x="6413802" y="1112954"/>
            <a:ext cx="2070233" cy="1738008"/>
          </a:xfrm>
          <a:prstGeom prst="rect">
            <a:avLst/>
          </a:prstGeom>
          <a:solidFill>
            <a:schemeClr val="bg1"/>
          </a:solidFill>
          <a:ln w="19050"/>
          <a:effectLst/>
        </p:spPr>
        <p:style>
          <a:lnRef idx="2">
            <a:schemeClr val="dk1"/>
          </a:lnRef>
          <a:fillRef idx="1">
            <a:schemeClr val="lt1"/>
          </a:fillRef>
          <a:effectRef idx="0">
            <a:schemeClr val="dk1"/>
          </a:effectRef>
          <a:fontRef idx="minor">
            <a:schemeClr val="dk1"/>
          </a:fontRef>
        </p:style>
        <p:txBody>
          <a:bodyPr rtlCol="0" anchor="t"/>
          <a:lstStyle/>
          <a:p>
            <a:pPr algn="ctr"/>
            <a:r>
              <a:rPr lang="en" altLang="ja-JP" sz="1600"/>
              <a:t>TMNA Server/</a:t>
            </a:r>
          </a:p>
          <a:p>
            <a:pPr algn="ctr"/>
            <a:r>
              <a:rPr kumimoji="1" lang="en" altLang="ja-JP" sz="1600"/>
              <a:t>TME Server</a:t>
            </a:r>
            <a:endParaRPr kumimoji="1" lang="en-US" altLang="ja-JP" sz="1600"/>
          </a:p>
        </p:txBody>
      </p:sp>
      <p:sp>
        <p:nvSpPr>
          <p:cNvPr id="55" name="正方形/長方形 54">
            <a:extLst>
              <a:ext uri="{FF2B5EF4-FFF2-40B4-BE49-F238E27FC236}">
                <a16:creationId xmlns:a16="http://schemas.microsoft.com/office/drawing/2014/main" id="{D39313E2-73B5-5031-3F8F-D5DEF98415AE}"/>
              </a:ext>
            </a:extLst>
          </p:cNvPr>
          <p:cNvSpPr/>
          <p:nvPr/>
        </p:nvSpPr>
        <p:spPr>
          <a:xfrm>
            <a:off x="6569068" y="2195966"/>
            <a:ext cx="1759701" cy="527273"/>
          </a:xfrm>
          <a:prstGeom prst="rect">
            <a:avLst/>
          </a:prstGeom>
          <a:solidFill>
            <a:schemeClr val="bg2">
              <a:lumMod val="20000"/>
              <a:lumOff val="80000"/>
            </a:schemeClr>
          </a:solidFill>
          <a:ln/>
          <a:effectLst/>
        </p:spPr>
        <p:style>
          <a:lnRef idx="2">
            <a:schemeClr val="dk1"/>
          </a:lnRef>
          <a:fillRef idx="1">
            <a:schemeClr val="lt1"/>
          </a:fillRef>
          <a:effectRef idx="0">
            <a:schemeClr val="dk1"/>
          </a:effectRef>
          <a:fontRef idx="minor">
            <a:schemeClr val="dk1"/>
          </a:fontRef>
        </p:style>
        <p:txBody>
          <a:bodyPr rtlCol="0" anchor="t"/>
          <a:lstStyle/>
          <a:p>
            <a:pPr algn="ctr"/>
            <a:r>
              <a:rPr kumimoji="1" lang="en" altLang="en-US" sz="1600"/>
              <a:t>Server Software</a:t>
            </a:r>
            <a:endParaRPr kumimoji="1" lang="en-US" altLang="ja-JP" sz="1600"/>
          </a:p>
          <a:p>
            <a:pPr algn="ctr"/>
            <a:r>
              <a:rPr lang="en" altLang="ja-JP" sz="1200">
                <a:latin typeface="+mn-ea"/>
              </a:rPr>
              <a:t>(DN provides parts)</a:t>
            </a:r>
            <a:endParaRPr kumimoji="1" lang="en-US" altLang="ja-JP" sz="1200">
              <a:latin typeface="+mn-ea"/>
            </a:endParaRPr>
          </a:p>
        </p:txBody>
      </p:sp>
      <p:sp>
        <p:nvSpPr>
          <p:cNvPr id="56" name="テキスト ボックス 55">
            <a:extLst>
              <a:ext uri="{FF2B5EF4-FFF2-40B4-BE49-F238E27FC236}">
                <a16:creationId xmlns:a16="http://schemas.microsoft.com/office/drawing/2014/main" id="{42720F5D-2C3A-51F7-B814-602C39C103DC}"/>
              </a:ext>
            </a:extLst>
          </p:cNvPr>
          <p:cNvSpPr txBox="1"/>
          <p:nvPr/>
        </p:nvSpPr>
        <p:spPr>
          <a:xfrm>
            <a:off x="6014735" y="288057"/>
            <a:ext cx="1562887" cy="307777"/>
          </a:xfrm>
          <a:prstGeom prst="rect">
            <a:avLst/>
          </a:prstGeom>
          <a:noFill/>
        </p:spPr>
        <p:txBody>
          <a:bodyPr wrap="square">
            <a:spAutoFit/>
          </a:bodyPr>
          <a:lstStyle/>
          <a:p>
            <a:r>
              <a:rPr lang="en" altLang="en-US" sz="1400"/>
              <a:t>&lt;North America and Europe&gt;</a:t>
            </a:r>
            <a:endParaRPr lang="en-US" altLang="ja-JP" sz="1400"/>
          </a:p>
        </p:txBody>
      </p:sp>
      <p:cxnSp>
        <p:nvCxnSpPr>
          <p:cNvPr id="57" name="直線矢印コネクタ 56">
            <a:extLst>
              <a:ext uri="{FF2B5EF4-FFF2-40B4-BE49-F238E27FC236}">
                <a16:creationId xmlns:a16="http://schemas.microsoft.com/office/drawing/2014/main" id="{72650BF0-4526-496C-66E7-FC5FA3AE1414}"/>
              </a:ext>
            </a:extLst>
          </p:cNvPr>
          <p:cNvCxnSpPr>
            <a:cxnSpLocks/>
            <a:endCxn id="49" idx="2"/>
          </p:cNvCxnSpPr>
          <p:nvPr/>
        </p:nvCxnSpPr>
        <p:spPr>
          <a:xfrm flipV="1">
            <a:off x="7448919" y="2850962"/>
            <a:ext cx="0" cy="298315"/>
          </a:xfrm>
          <a:prstGeom prst="straightConnector1">
            <a:avLst/>
          </a:prstGeom>
          <a:ln w="1905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5" name="直線矢印コネクタ 64">
            <a:extLst>
              <a:ext uri="{FF2B5EF4-FFF2-40B4-BE49-F238E27FC236}">
                <a16:creationId xmlns:a16="http://schemas.microsoft.com/office/drawing/2014/main" id="{1F35676F-793F-C6D4-26AF-76FDA462AD3F}"/>
              </a:ext>
            </a:extLst>
          </p:cNvPr>
          <p:cNvCxnSpPr>
            <a:cxnSpLocks/>
          </p:cNvCxnSpPr>
          <p:nvPr/>
        </p:nvCxnSpPr>
        <p:spPr>
          <a:xfrm flipH="1">
            <a:off x="3015783" y="1141199"/>
            <a:ext cx="266924" cy="144620"/>
          </a:xfrm>
          <a:prstGeom prst="straightConnector1">
            <a:avLst/>
          </a:prstGeom>
          <a:ln w="1905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8" name="直線矢印コネクタ 67">
            <a:extLst>
              <a:ext uri="{FF2B5EF4-FFF2-40B4-BE49-F238E27FC236}">
                <a16:creationId xmlns:a16="http://schemas.microsoft.com/office/drawing/2014/main" id="{18285C84-135A-D17A-3380-059F5C91B780}"/>
              </a:ext>
            </a:extLst>
          </p:cNvPr>
          <p:cNvCxnSpPr>
            <a:cxnSpLocks/>
            <a:stCxn id="13" idx="1"/>
          </p:cNvCxnSpPr>
          <p:nvPr/>
        </p:nvCxnSpPr>
        <p:spPr>
          <a:xfrm flipH="1">
            <a:off x="3005287" y="1280679"/>
            <a:ext cx="558036" cy="595295"/>
          </a:xfrm>
          <a:prstGeom prst="straightConnector1">
            <a:avLst/>
          </a:prstGeom>
          <a:ln w="1905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 name="直線矢印コネクタ 70">
            <a:extLst>
              <a:ext uri="{FF2B5EF4-FFF2-40B4-BE49-F238E27FC236}">
                <a16:creationId xmlns:a16="http://schemas.microsoft.com/office/drawing/2014/main" id="{7A14C5D3-C108-CF0C-AED6-CBA6DBE2A16E}"/>
              </a:ext>
            </a:extLst>
          </p:cNvPr>
          <p:cNvCxnSpPr>
            <a:cxnSpLocks/>
          </p:cNvCxnSpPr>
          <p:nvPr/>
        </p:nvCxnSpPr>
        <p:spPr>
          <a:xfrm flipH="1">
            <a:off x="3008652" y="2109768"/>
            <a:ext cx="554052" cy="480411"/>
          </a:xfrm>
          <a:prstGeom prst="straightConnector1">
            <a:avLst/>
          </a:prstGeom>
          <a:ln w="19050">
            <a:solidFill>
              <a:schemeClr val="bg2"/>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2" name="直線矢印コネクタ 71">
            <a:extLst>
              <a:ext uri="{FF2B5EF4-FFF2-40B4-BE49-F238E27FC236}">
                <a16:creationId xmlns:a16="http://schemas.microsoft.com/office/drawing/2014/main" id="{CFD56309-03EF-8313-41BF-E5BFAB1A4ECC}"/>
              </a:ext>
            </a:extLst>
          </p:cNvPr>
          <p:cNvCxnSpPr>
            <a:cxnSpLocks/>
            <a:stCxn id="36" idx="1"/>
          </p:cNvCxnSpPr>
          <p:nvPr/>
        </p:nvCxnSpPr>
        <p:spPr>
          <a:xfrm flipH="1">
            <a:off x="3011617" y="2510977"/>
            <a:ext cx="706972" cy="696023"/>
          </a:xfrm>
          <a:prstGeom prst="straightConnector1">
            <a:avLst/>
          </a:prstGeom>
          <a:ln w="19050">
            <a:solidFill>
              <a:schemeClr val="bg2"/>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7" name="直線矢印コネクタ 76">
            <a:extLst>
              <a:ext uri="{FF2B5EF4-FFF2-40B4-BE49-F238E27FC236}">
                <a16:creationId xmlns:a16="http://schemas.microsoft.com/office/drawing/2014/main" id="{783519A9-4F57-A7D2-8FD2-B21EF32EF21C}"/>
              </a:ext>
            </a:extLst>
          </p:cNvPr>
          <p:cNvCxnSpPr>
            <a:cxnSpLocks/>
          </p:cNvCxnSpPr>
          <p:nvPr/>
        </p:nvCxnSpPr>
        <p:spPr>
          <a:xfrm flipH="1" flipV="1">
            <a:off x="3009827" y="3737976"/>
            <a:ext cx="708762" cy="3235"/>
          </a:xfrm>
          <a:prstGeom prst="straightConnector1">
            <a:avLst/>
          </a:prstGeom>
          <a:ln w="1905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9" name="直線矢印コネクタ 78">
            <a:extLst>
              <a:ext uri="{FF2B5EF4-FFF2-40B4-BE49-F238E27FC236}">
                <a16:creationId xmlns:a16="http://schemas.microsoft.com/office/drawing/2014/main" id="{A3BBDA77-6B78-6788-EEBD-9CEEA7332479}"/>
              </a:ext>
            </a:extLst>
          </p:cNvPr>
          <p:cNvCxnSpPr>
            <a:cxnSpLocks/>
          </p:cNvCxnSpPr>
          <p:nvPr/>
        </p:nvCxnSpPr>
        <p:spPr>
          <a:xfrm flipH="1">
            <a:off x="2907573" y="4272187"/>
            <a:ext cx="986248" cy="849313"/>
          </a:xfrm>
          <a:prstGeom prst="straightConnector1">
            <a:avLst/>
          </a:prstGeom>
          <a:ln w="19050">
            <a:solidFill>
              <a:schemeClr val="bg2"/>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1" name="直線矢印コネクタ 80">
            <a:extLst>
              <a:ext uri="{FF2B5EF4-FFF2-40B4-BE49-F238E27FC236}">
                <a16:creationId xmlns:a16="http://schemas.microsoft.com/office/drawing/2014/main" id="{F68A86EF-8128-2B7A-8A78-03381C3CECE9}"/>
              </a:ext>
            </a:extLst>
          </p:cNvPr>
          <p:cNvCxnSpPr>
            <a:cxnSpLocks/>
            <a:stCxn id="53" idx="1"/>
          </p:cNvCxnSpPr>
          <p:nvPr/>
        </p:nvCxnSpPr>
        <p:spPr>
          <a:xfrm flipH="1">
            <a:off x="2800350" y="4676422"/>
            <a:ext cx="1306469" cy="1189724"/>
          </a:xfrm>
          <a:prstGeom prst="straightConnector1">
            <a:avLst/>
          </a:prstGeom>
          <a:ln w="19050">
            <a:solidFill>
              <a:schemeClr val="bg2"/>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3" name="直線矢印コネクタ 82">
            <a:extLst>
              <a:ext uri="{FF2B5EF4-FFF2-40B4-BE49-F238E27FC236}">
                <a16:creationId xmlns:a16="http://schemas.microsoft.com/office/drawing/2014/main" id="{5CB006EF-50C8-524B-7B2F-FA3F580543F4}"/>
              </a:ext>
            </a:extLst>
          </p:cNvPr>
          <p:cNvCxnSpPr>
            <a:cxnSpLocks/>
          </p:cNvCxnSpPr>
          <p:nvPr/>
        </p:nvCxnSpPr>
        <p:spPr>
          <a:xfrm flipH="1" flipV="1">
            <a:off x="8759703" y="1045612"/>
            <a:ext cx="261610" cy="95587"/>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直線矢印コネクタ 84">
            <a:extLst>
              <a:ext uri="{FF2B5EF4-FFF2-40B4-BE49-F238E27FC236}">
                <a16:creationId xmlns:a16="http://schemas.microsoft.com/office/drawing/2014/main" id="{1C7D4FC4-7084-4806-C20E-9903D2E98D02}"/>
              </a:ext>
            </a:extLst>
          </p:cNvPr>
          <p:cNvCxnSpPr>
            <a:cxnSpLocks/>
          </p:cNvCxnSpPr>
          <p:nvPr/>
        </p:nvCxnSpPr>
        <p:spPr>
          <a:xfrm flipH="1" flipV="1">
            <a:off x="8484034" y="1517561"/>
            <a:ext cx="556095" cy="488867"/>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直線矢印コネクタ 86">
            <a:extLst>
              <a:ext uri="{FF2B5EF4-FFF2-40B4-BE49-F238E27FC236}">
                <a16:creationId xmlns:a16="http://schemas.microsoft.com/office/drawing/2014/main" id="{6FC96184-80DE-8A03-3F15-6D22D2626F20}"/>
              </a:ext>
            </a:extLst>
          </p:cNvPr>
          <p:cNvCxnSpPr>
            <a:cxnSpLocks/>
          </p:cNvCxnSpPr>
          <p:nvPr/>
        </p:nvCxnSpPr>
        <p:spPr>
          <a:xfrm flipH="1" flipV="1">
            <a:off x="8328768" y="2496779"/>
            <a:ext cx="711360" cy="698934"/>
          </a:xfrm>
          <a:prstGeom prst="straightConnector1">
            <a:avLst/>
          </a:prstGeom>
          <a:ln w="19050">
            <a:solidFill>
              <a:schemeClr val="bg2"/>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直線矢印コネクタ 88">
            <a:extLst>
              <a:ext uri="{FF2B5EF4-FFF2-40B4-BE49-F238E27FC236}">
                <a16:creationId xmlns:a16="http://schemas.microsoft.com/office/drawing/2014/main" id="{3216D153-4190-6E0F-322B-BC64239DB9C6}"/>
              </a:ext>
            </a:extLst>
          </p:cNvPr>
          <p:cNvCxnSpPr>
            <a:cxnSpLocks/>
          </p:cNvCxnSpPr>
          <p:nvPr/>
        </p:nvCxnSpPr>
        <p:spPr>
          <a:xfrm flipH="1" flipV="1">
            <a:off x="8328768" y="3757967"/>
            <a:ext cx="692545" cy="61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直線矢印コネクタ 90">
            <a:extLst>
              <a:ext uri="{FF2B5EF4-FFF2-40B4-BE49-F238E27FC236}">
                <a16:creationId xmlns:a16="http://schemas.microsoft.com/office/drawing/2014/main" id="{B387228D-42FF-D057-29FE-523FCDE56803}"/>
              </a:ext>
            </a:extLst>
          </p:cNvPr>
          <p:cNvCxnSpPr>
            <a:cxnSpLocks/>
          </p:cNvCxnSpPr>
          <p:nvPr/>
        </p:nvCxnSpPr>
        <p:spPr>
          <a:xfrm flipH="1" flipV="1">
            <a:off x="8139192" y="4319384"/>
            <a:ext cx="900155" cy="230665"/>
          </a:xfrm>
          <a:prstGeom prst="straightConnector1">
            <a:avLst/>
          </a:prstGeom>
          <a:ln w="19050">
            <a:solidFill>
              <a:schemeClr val="bg2"/>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3" name="直線矢印コネクタ 92">
            <a:extLst>
              <a:ext uri="{FF2B5EF4-FFF2-40B4-BE49-F238E27FC236}">
                <a16:creationId xmlns:a16="http://schemas.microsoft.com/office/drawing/2014/main" id="{6EC92F79-9B15-8BCD-5610-5FA475B1E27B}"/>
              </a:ext>
            </a:extLst>
          </p:cNvPr>
          <p:cNvCxnSpPr>
            <a:cxnSpLocks/>
            <a:endCxn id="46" idx="3"/>
          </p:cNvCxnSpPr>
          <p:nvPr/>
        </p:nvCxnSpPr>
        <p:spPr>
          <a:xfrm flipH="1" flipV="1">
            <a:off x="7940538" y="4676422"/>
            <a:ext cx="1117625" cy="499506"/>
          </a:xfrm>
          <a:prstGeom prst="straightConnector1">
            <a:avLst/>
          </a:prstGeom>
          <a:ln w="19050">
            <a:solidFill>
              <a:schemeClr val="bg2"/>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5" name="正方形/長方形 94">
            <a:extLst>
              <a:ext uri="{FF2B5EF4-FFF2-40B4-BE49-F238E27FC236}">
                <a16:creationId xmlns:a16="http://schemas.microsoft.com/office/drawing/2014/main" id="{D6B2A7F5-C2D7-480A-1EBB-BC2113D93745}"/>
              </a:ext>
            </a:extLst>
          </p:cNvPr>
          <p:cNvSpPr/>
          <p:nvPr/>
        </p:nvSpPr>
        <p:spPr>
          <a:xfrm>
            <a:off x="584935" y="4986392"/>
            <a:ext cx="2418864" cy="1337058"/>
          </a:xfrm>
          <a:prstGeom prst="rect">
            <a:avLst/>
          </a:prstGeom>
          <a:noFill/>
          <a:ln w="38100">
            <a:solidFill>
              <a:schemeClr val="bg2"/>
            </a:solidFill>
            <a:prstDash val="solid"/>
          </a:ln>
        </p:spPr>
        <p:style>
          <a:lnRef idx="2">
            <a:schemeClr val="dk1"/>
          </a:lnRef>
          <a:fillRef idx="1">
            <a:schemeClr val="lt1"/>
          </a:fillRef>
          <a:effectRef idx="0">
            <a:schemeClr val="dk1"/>
          </a:effectRef>
          <a:fontRef idx="minor">
            <a:schemeClr val="dk1"/>
          </a:fontRef>
        </p:style>
        <p:txBody>
          <a:bodyPr rtlCol="0" anchor="t"/>
          <a:lstStyle/>
          <a:p>
            <a:endParaRPr kumimoji="1" lang="ja-JP" altLang="en-US">
              <a:latin typeface="+mn-ea"/>
            </a:endParaRPr>
          </a:p>
        </p:txBody>
      </p:sp>
      <p:sp>
        <p:nvSpPr>
          <p:cNvPr id="96" name="正方形/長方形 95">
            <a:extLst>
              <a:ext uri="{FF2B5EF4-FFF2-40B4-BE49-F238E27FC236}">
                <a16:creationId xmlns:a16="http://schemas.microsoft.com/office/drawing/2014/main" id="{8ACA23F6-34A9-60F3-2C1E-198F98A9E96C}"/>
              </a:ext>
            </a:extLst>
          </p:cNvPr>
          <p:cNvSpPr/>
          <p:nvPr/>
        </p:nvSpPr>
        <p:spPr>
          <a:xfrm>
            <a:off x="9021979" y="5018964"/>
            <a:ext cx="2428014" cy="1314524"/>
          </a:xfrm>
          <a:prstGeom prst="rect">
            <a:avLst/>
          </a:prstGeom>
          <a:noFill/>
          <a:ln w="38100">
            <a:solidFill>
              <a:schemeClr val="bg2"/>
            </a:solidFill>
            <a:prstDash val="solid"/>
          </a:ln>
        </p:spPr>
        <p:style>
          <a:lnRef idx="2">
            <a:schemeClr val="dk1"/>
          </a:lnRef>
          <a:fillRef idx="1">
            <a:schemeClr val="lt1"/>
          </a:fillRef>
          <a:effectRef idx="0">
            <a:schemeClr val="dk1"/>
          </a:effectRef>
          <a:fontRef idx="minor">
            <a:schemeClr val="dk1"/>
          </a:fontRef>
        </p:style>
        <p:txBody>
          <a:bodyPr rtlCol="0" anchor="t"/>
          <a:lstStyle/>
          <a:p>
            <a:endParaRPr kumimoji="1" lang="ja-JP" altLang="en-US">
              <a:latin typeface="+mn-ea"/>
            </a:endParaRPr>
          </a:p>
        </p:txBody>
      </p:sp>
      <p:sp>
        <p:nvSpPr>
          <p:cNvPr id="122" name="テキスト ボックス 121">
            <a:extLst>
              <a:ext uri="{FF2B5EF4-FFF2-40B4-BE49-F238E27FC236}">
                <a16:creationId xmlns:a16="http://schemas.microsoft.com/office/drawing/2014/main" id="{D2276EF3-A793-EFBF-9C84-372179EC4B08}"/>
              </a:ext>
            </a:extLst>
          </p:cNvPr>
          <p:cNvSpPr txBox="1"/>
          <p:nvPr/>
        </p:nvSpPr>
        <p:spPr>
          <a:xfrm>
            <a:off x="8499350" y="5647745"/>
            <a:ext cx="3546315" cy="276999"/>
          </a:xfrm>
          <a:prstGeom prst="rect">
            <a:avLst/>
          </a:prstGeom>
          <a:noFill/>
          <a:effectLst/>
        </p:spPr>
        <p:txBody>
          <a:bodyPr wrap="square">
            <a:spAutoFit/>
          </a:bodyPr>
          <a:lstStyle/>
          <a:p>
            <a:r>
              <a:rPr lang="en" altLang="ja-JP" sz="1200">
                <a:latin typeface="+mn-ea"/>
              </a:rPr>
              <a:t>*No source diff for Digikey SDK (Build settings are different)</a:t>
            </a:r>
          </a:p>
        </p:txBody>
      </p:sp>
      <p:sp>
        <p:nvSpPr>
          <p:cNvPr id="127" name="テキスト ボックス 126">
            <a:extLst>
              <a:ext uri="{FF2B5EF4-FFF2-40B4-BE49-F238E27FC236}">
                <a16:creationId xmlns:a16="http://schemas.microsoft.com/office/drawing/2014/main" id="{44240487-AFE2-21D7-C10F-45F2BF6EFA64}"/>
              </a:ext>
            </a:extLst>
          </p:cNvPr>
          <p:cNvSpPr txBox="1"/>
          <p:nvPr/>
        </p:nvSpPr>
        <p:spPr>
          <a:xfrm>
            <a:off x="3039880" y="5647744"/>
            <a:ext cx="3179135" cy="276999"/>
          </a:xfrm>
          <a:prstGeom prst="rect">
            <a:avLst/>
          </a:prstGeom>
          <a:noFill/>
          <a:effectLst/>
        </p:spPr>
        <p:txBody>
          <a:bodyPr wrap="square">
            <a:spAutoFit/>
          </a:bodyPr>
          <a:lstStyle/>
          <a:p>
            <a:r>
              <a:rPr lang="en" altLang="en-US" sz="1200" b="1">
                <a:solidFill>
                  <a:schemeClr val="bg2"/>
                </a:solidFill>
                <a:latin typeface="+mn-ea"/>
              </a:rPr>
              <a:t>This document explains the red frame part</a:t>
            </a:r>
          </a:p>
        </p:txBody>
      </p:sp>
      <p:sp>
        <p:nvSpPr>
          <p:cNvPr id="9" name="Rectangle 8">
            <a:extLst>
              <a:ext uri="{FF2B5EF4-FFF2-40B4-BE49-F238E27FC236}">
                <a16:creationId xmlns:a16="http://schemas.microsoft.com/office/drawing/2014/main" id="{EEEDA853-D8AC-C0D4-86C5-1AB440D7C9CF}"/>
              </a:ext>
            </a:extLst>
          </p:cNvPr>
          <p:cNvSpPr/>
          <p:nvPr/>
        </p:nvSpPr>
        <p:spPr>
          <a:xfrm>
            <a:off x="6526703" y="5690220"/>
            <a:ext cx="1636092" cy="86777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a:t>Legend:</a:t>
            </a:r>
          </a:p>
          <a:p>
            <a:r>
              <a:rPr kumimoji="1" lang="en-US" altLang="ja-JP" sz="1200"/>
              <a:t>DA: Device Agent; </a:t>
            </a:r>
          </a:p>
          <a:p>
            <a:r>
              <a:rPr kumimoji="1" lang="en-US" altLang="ja-JP" sz="1200"/>
              <a:t>DNST: Denso China;</a:t>
            </a:r>
          </a:p>
          <a:p>
            <a:r>
              <a:rPr lang="en-US" altLang="ja-JP" sz="1200"/>
              <a:t>DNJP: Denso JP</a:t>
            </a:r>
            <a:endParaRPr kumimoji="1" lang="ja-JP" altLang="en-US" sz="1200"/>
          </a:p>
        </p:txBody>
      </p:sp>
    </p:spTree>
    <p:extLst>
      <p:ext uri="{BB962C8B-B14F-4D97-AF65-F5344CB8AC3E}">
        <p14:creationId xmlns:p14="http://schemas.microsoft.com/office/powerpoint/2010/main" val="1520050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5DD53815-39FF-A5A0-CFFD-D0E051817F17}"/>
              </a:ext>
            </a:extLst>
          </p:cNvPr>
          <p:cNvSpPr/>
          <p:nvPr/>
        </p:nvSpPr>
        <p:spPr>
          <a:xfrm>
            <a:off x="4118504" y="579602"/>
            <a:ext cx="4930079" cy="3024600"/>
          </a:xfrm>
          <a:prstGeom prst="rect">
            <a:avLst/>
          </a:prstGeom>
          <a:solidFill>
            <a:schemeClr val="bg1"/>
          </a:solidFill>
          <a:ln w="19050">
            <a:solidFill>
              <a:schemeClr val="tx1"/>
            </a:solidFill>
            <a:prstDash val="solid"/>
          </a:ln>
        </p:spPr>
        <p:style>
          <a:lnRef idx="2">
            <a:schemeClr val="dk1"/>
          </a:lnRef>
          <a:fillRef idx="1">
            <a:schemeClr val="lt1"/>
          </a:fillRef>
          <a:effectRef idx="0">
            <a:schemeClr val="dk1"/>
          </a:effectRef>
          <a:fontRef idx="minor">
            <a:schemeClr val="dk1"/>
          </a:fontRef>
        </p:style>
        <p:txBody>
          <a:bodyPr rtlCol="0" anchor="t"/>
          <a:lstStyle/>
          <a:p>
            <a:r>
              <a:rPr lang="en" altLang="ja-JP">
                <a:latin typeface="+mn-ea"/>
              </a:rPr>
              <a:t>DN</a:t>
            </a:r>
            <a:endParaRPr kumimoji="1" lang="ja-JP" altLang="en-US">
              <a:latin typeface="+mn-ea"/>
            </a:endParaRPr>
          </a:p>
        </p:txBody>
      </p:sp>
      <p:sp>
        <p:nvSpPr>
          <p:cNvPr id="35" name="正方形/長方形 34">
            <a:extLst>
              <a:ext uri="{FF2B5EF4-FFF2-40B4-BE49-F238E27FC236}">
                <a16:creationId xmlns:a16="http://schemas.microsoft.com/office/drawing/2014/main" id="{5CEC24B5-6BA2-B513-DE0A-9FF5FEBFFB7D}"/>
              </a:ext>
            </a:extLst>
          </p:cNvPr>
          <p:cNvSpPr/>
          <p:nvPr/>
        </p:nvSpPr>
        <p:spPr>
          <a:xfrm>
            <a:off x="764179" y="622805"/>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en" altLang="en-US" sz="1600"/>
              <a:t>Customer</a:t>
            </a:r>
          </a:p>
        </p:txBody>
      </p:sp>
      <p:sp>
        <p:nvSpPr>
          <p:cNvPr id="34" name="正方形/長方形 33">
            <a:extLst>
              <a:ext uri="{FF2B5EF4-FFF2-40B4-BE49-F238E27FC236}">
                <a16:creationId xmlns:a16="http://schemas.microsoft.com/office/drawing/2014/main" id="{4B19AF78-3988-98CB-C841-CCFED19DCDE7}"/>
              </a:ext>
            </a:extLst>
          </p:cNvPr>
          <p:cNvSpPr/>
          <p:nvPr/>
        </p:nvSpPr>
        <p:spPr>
          <a:xfrm>
            <a:off x="671099" y="780332"/>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en" altLang="en-US" sz="1600"/>
              <a:t>Customer</a:t>
            </a:r>
          </a:p>
        </p:txBody>
      </p:sp>
      <p:sp>
        <p:nvSpPr>
          <p:cNvPr id="2" name="フッター プレースホルダー 1">
            <a:extLst>
              <a:ext uri="{FF2B5EF4-FFF2-40B4-BE49-F238E27FC236}">
                <a16:creationId xmlns:a16="http://schemas.microsoft.com/office/drawing/2014/main" id="{E2323E90-0DCA-4D9E-87C1-92B3C1AB9AE7}"/>
              </a:ext>
            </a:extLst>
          </p:cNvPr>
          <p:cNvSpPr>
            <a:spLocks noGrp="1"/>
          </p:cNvSpPr>
          <p:nvPr>
            <p:ph type="ftr" sz="quarter" idx="10"/>
          </p:nvPr>
        </p:nvSpPr>
        <p:spPr>
          <a:xfrm>
            <a:off x="1390775" y="5986331"/>
            <a:ext cx="4623616" cy="365125"/>
          </a:xfrm>
        </p:spPr>
        <p:txBody>
          <a:bodyPr/>
          <a:lstStyle/>
          <a:p>
            <a:r>
              <a:rPr lang="en" altLang="ja-JP">
                <a:cs typeface="Segoe UI" panose="020B0502040204020203" pitchFamily="34" charset="0"/>
              </a:rPr>
              <a:t>Title / Month XX, 2026 (Please enter from "Insert" → "Header and footer")</a:t>
            </a:r>
          </a:p>
        </p:txBody>
      </p:sp>
      <p:sp>
        <p:nvSpPr>
          <p:cNvPr id="3" name="スライド番号プレースホルダー 2">
            <a:extLst>
              <a:ext uri="{FF2B5EF4-FFF2-40B4-BE49-F238E27FC236}">
                <a16:creationId xmlns:a16="http://schemas.microsoft.com/office/drawing/2014/main" id="{ABD4C20E-BA8A-80C2-94C8-437D6A5C54B6}"/>
              </a:ext>
            </a:extLst>
          </p:cNvPr>
          <p:cNvSpPr>
            <a:spLocks noGrp="1"/>
          </p:cNvSpPr>
          <p:nvPr>
            <p:ph type="sldNum" sz="quarter" idx="11"/>
          </p:nvPr>
        </p:nvSpPr>
        <p:spPr>
          <a:xfrm>
            <a:off x="10984468" y="6049243"/>
            <a:ext cx="736034" cy="365125"/>
          </a:xfrm>
        </p:spPr>
        <p:txBody>
          <a:bodyPr/>
          <a:lstStyle/>
          <a:p>
            <a:fld id="{A4345066-4952-40C1-BC8B-CE2851EC3EF2}" type="slidenum">
              <a:rPr lang="ja-JP" altLang="en-US" smtClean="0">
                <a:solidFill>
                  <a:schemeClr val="bg1">
                    <a:lumMod val="65000"/>
                  </a:schemeClr>
                </a:solidFill>
                <a:ea typeface="Yu Gothic UI Light" panose="020B0300000000000000" pitchFamily="50" charset="-128"/>
              </a:rPr>
              <a:pPr/>
              <a:t>5</a:t>
            </a:fld>
            <a:endParaRPr lang="en-US" altLang="ja-JP" sz="900">
              <a:solidFill>
                <a:schemeClr val="bg1">
                  <a:lumMod val="65000"/>
                </a:schemeClr>
              </a:solidFill>
              <a:ea typeface="Yu Gothic UI Light" panose="020B0300000000000000" pitchFamily="50" charset="-128"/>
            </a:endParaRPr>
          </a:p>
        </p:txBody>
      </p:sp>
      <p:sp>
        <p:nvSpPr>
          <p:cNvPr id="5" name="タイトル 4">
            <a:extLst>
              <a:ext uri="{FF2B5EF4-FFF2-40B4-BE49-F238E27FC236}">
                <a16:creationId xmlns:a16="http://schemas.microsoft.com/office/drawing/2014/main" id="{CF18EEEA-A44A-9B34-4093-80AE9820359B}"/>
              </a:ext>
            </a:extLst>
          </p:cNvPr>
          <p:cNvSpPr>
            <a:spLocks noGrp="1"/>
          </p:cNvSpPr>
          <p:nvPr>
            <p:ph type="title"/>
          </p:nvPr>
        </p:nvSpPr>
        <p:spPr>
          <a:xfrm>
            <a:off x="-219075" y="153423"/>
            <a:ext cx="10806252" cy="415770"/>
          </a:xfrm>
        </p:spPr>
        <p:txBody>
          <a:bodyPr/>
          <a:lstStyle/>
          <a:p>
            <a:r>
              <a:rPr lang="en" altLang="ja-JP"/>
              <a:t>3. Development and operation system</a:t>
            </a:r>
          </a:p>
        </p:txBody>
      </p:sp>
      <p:sp>
        <p:nvSpPr>
          <p:cNvPr id="10" name="正方形/長方形 9">
            <a:extLst>
              <a:ext uri="{FF2B5EF4-FFF2-40B4-BE49-F238E27FC236}">
                <a16:creationId xmlns:a16="http://schemas.microsoft.com/office/drawing/2014/main" id="{9C31DAD4-7FDF-4DF1-4F74-1640C1CD91B9}"/>
              </a:ext>
            </a:extLst>
          </p:cNvPr>
          <p:cNvSpPr/>
          <p:nvPr/>
        </p:nvSpPr>
        <p:spPr>
          <a:xfrm>
            <a:off x="578018" y="934510"/>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en" altLang="en-US">
                <a:latin typeface="+mn-ea"/>
              </a:rPr>
              <a:t>Customer</a:t>
            </a:r>
          </a:p>
        </p:txBody>
      </p:sp>
      <p:cxnSp>
        <p:nvCxnSpPr>
          <p:cNvPr id="11" name="直線矢印コネクタ 10">
            <a:extLst>
              <a:ext uri="{FF2B5EF4-FFF2-40B4-BE49-F238E27FC236}">
                <a16:creationId xmlns:a16="http://schemas.microsoft.com/office/drawing/2014/main" id="{1525E7BF-CE76-2370-006F-349579CE2C29}"/>
              </a:ext>
            </a:extLst>
          </p:cNvPr>
          <p:cNvCxnSpPr>
            <a:cxnSpLocks/>
          </p:cNvCxnSpPr>
          <p:nvPr/>
        </p:nvCxnSpPr>
        <p:spPr>
          <a:xfrm flipH="1">
            <a:off x="9072436" y="1075727"/>
            <a:ext cx="720000"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13" name="正方形/長方形 12">
            <a:extLst>
              <a:ext uri="{FF2B5EF4-FFF2-40B4-BE49-F238E27FC236}">
                <a16:creationId xmlns:a16="http://schemas.microsoft.com/office/drawing/2014/main" id="{F6E7980E-0BAF-9707-8518-5FDC4C83B4F6}"/>
              </a:ext>
            </a:extLst>
          </p:cNvPr>
          <p:cNvSpPr/>
          <p:nvPr/>
        </p:nvSpPr>
        <p:spPr>
          <a:xfrm>
            <a:off x="4597536" y="934510"/>
            <a:ext cx="1800000" cy="5524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 altLang="ja-JP">
                <a:latin typeface="+mn-ea"/>
              </a:rPr>
              <a:t>DNJP System T</a:t>
            </a:r>
          </a:p>
        </p:txBody>
      </p:sp>
      <p:cxnSp>
        <p:nvCxnSpPr>
          <p:cNvPr id="14" name="直線矢印コネクタ 13">
            <a:extLst>
              <a:ext uri="{FF2B5EF4-FFF2-40B4-BE49-F238E27FC236}">
                <a16:creationId xmlns:a16="http://schemas.microsoft.com/office/drawing/2014/main" id="{E581A41E-0CE5-F971-2C8F-690FC3EFF6EB}"/>
              </a:ext>
            </a:extLst>
          </p:cNvPr>
          <p:cNvCxnSpPr>
            <a:cxnSpLocks/>
          </p:cNvCxnSpPr>
          <p:nvPr/>
        </p:nvCxnSpPr>
        <p:spPr>
          <a:xfrm>
            <a:off x="5623562" y="1504789"/>
            <a:ext cx="0" cy="36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矢印コネクタ 23">
            <a:extLst>
              <a:ext uri="{FF2B5EF4-FFF2-40B4-BE49-F238E27FC236}">
                <a16:creationId xmlns:a16="http://schemas.microsoft.com/office/drawing/2014/main" id="{38A9B5FE-AAED-02BF-6501-22B2A264E0A0}"/>
              </a:ext>
            </a:extLst>
          </p:cNvPr>
          <p:cNvCxnSpPr>
            <a:cxnSpLocks/>
          </p:cNvCxnSpPr>
          <p:nvPr/>
        </p:nvCxnSpPr>
        <p:spPr>
          <a:xfrm flipH="1">
            <a:off x="2632459" y="1098359"/>
            <a:ext cx="1908000"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19" name="正方形/長方形 18">
            <a:extLst>
              <a:ext uri="{FF2B5EF4-FFF2-40B4-BE49-F238E27FC236}">
                <a16:creationId xmlns:a16="http://schemas.microsoft.com/office/drawing/2014/main" id="{82E24362-65B0-6249-28BF-DCDB52DC4198}"/>
              </a:ext>
            </a:extLst>
          </p:cNvPr>
          <p:cNvSpPr/>
          <p:nvPr/>
        </p:nvSpPr>
        <p:spPr>
          <a:xfrm>
            <a:off x="9813982" y="934510"/>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 altLang="ja-JP">
                <a:latin typeface="+mn-ea"/>
              </a:rPr>
              <a:t>IDEMIA</a:t>
            </a:r>
            <a:endParaRPr kumimoji="1" lang="en-US" altLang="ja-JP">
              <a:latin typeface="+mn-ea"/>
            </a:endParaRPr>
          </a:p>
        </p:txBody>
      </p:sp>
      <p:sp>
        <p:nvSpPr>
          <p:cNvPr id="27" name="正方形/長方形 26">
            <a:extLst>
              <a:ext uri="{FF2B5EF4-FFF2-40B4-BE49-F238E27FC236}">
                <a16:creationId xmlns:a16="http://schemas.microsoft.com/office/drawing/2014/main" id="{D6DA6CFA-8F6D-46F1-9C69-6686BC77F395}"/>
              </a:ext>
            </a:extLst>
          </p:cNvPr>
          <p:cNvSpPr/>
          <p:nvPr/>
        </p:nvSpPr>
        <p:spPr>
          <a:xfrm>
            <a:off x="4597536" y="2881075"/>
            <a:ext cx="1800000" cy="5524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 altLang="ja-JP">
                <a:latin typeface="+mn-ea"/>
              </a:rPr>
              <a:t>DNJP Operation T</a:t>
            </a:r>
          </a:p>
        </p:txBody>
      </p:sp>
      <p:sp>
        <p:nvSpPr>
          <p:cNvPr id="26" name="正方形/長方形 25">
            <a:extLst>
              <a:ext uri="{FF2B5EF4-FFF2-40B4-BE49-F238E27FC236}">
                <a16:creationId xmlns:a16="http://schemas.microsoft.com/office/drawing/2014/main" id="{1F6B2D3E-22CE-175E-D10F-F3A233A4AA92}"/>
              </a:ext>
            </a:extLst>
          </p:cNvPr>
          <p:cNvSpPr/>
          <p:nvPr/>
        </p:nvSpPr>
        <p:spPr>
          <a:xfrm>
            <a:off x="4597536" y="1905984"/>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 altLang="ja-JP">
                <a:latin typeface="+mn-ea"/>
              </a:rPr>
              <a:t>DNJP SDK Development T</a:t>
            </a:r>
          </a:p>
        </p:txBody>
      </p:sp>
      <p:cxnSp>
        <p:nvCxnSpPr>
          <p:cNvPr id="48" name="直線矢印コネクタ 47">
            <a:extLst>
              <a:ext uri="{FF2B5EF4-FFF2-40B4-BE49-F238E27FC236}">
                <a16:creationId xmlns:a16="http://schemas.microsoft.com/office/drawing/2014/main" id="{2A32C8F2-8B6A-84AD-DDC1-3D2C0DBF6583}"/>
              </a:ext>
            </a:extLst>
          </p:cNvPr>
          <p:cNvCxnSpPr>
            <a:cxnSpLocks/>
          </p:cNvCxnSpPr>
          <p:nvPr/>
        </p:nvCxnSpPr>
        <p:spPr>
          <a:xfrm flipV="1">
            <a:off x="5339751" y="1504789"/>
            <a:ext cx="0" cy="36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1D33DFCB-9FAE-DBCC-7FCF-A2D454B62232}"/>
              </a:ext>
            </a:extLst>
          </p:cNvPr>
          <p:cNvCxnSpPr>
            <a:cxnSpLocks/>
          </p:cNvCxnSpPr>
          <p:nvPr/>
        </p:nvCxnSpPr>
        <p:spPr>
          <a:xfrm>
            <a:off x="9072436" y="1320571"/>
            <a:ext cx="720000"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03E3FFDB-E03F-2973-88E2-5C73353457F7}"/>
              </a:ext>
            </a:extLst>
          </p:cNvPr>
          <p:cNvCxnSpPr>
            <a:cxnSpLocks/>
          </p:cNvCxnSpPr>
          <p:nvPr/>
        </p:nvCxnSpPr>
        <p:spPr>
          <a:xfrm>
            <a:off x="2632459" y="1343203"/>
            <a:ext cx="1908000"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21" name="直線矢印コネクタ 20">
            <a:extLst>
              <a:ext uri="{FF2B5EF4-FFF2-40B4-BE49-F238E27FC236}">
                <a16:creationId xmlns:a16="http://schemas.microsoft.com/office/drawing/2014/main" id="{CDA0C121-3CA9-2D6C-0BAD-E1A3E0C09904}"/>
              </a:ext>
            </a:extLst>
          </p:cNvPr>
          <p:cNvCxnSpPr>
            <a:cxnSpLocks/>
          </p:cNvCxnSpPr>
          <p:nvPr/>
        </p:nvCxnSpPr>
        <p:spPr>
          <a:xfrm>
            <a:off x="5339751" y="2486189"/>
            <a:ext cx="0" cy="36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線矢印コネクタ 21">
            <a:extLst>
              <a:ext uri="{FF2B5EF4-FFF2-40B4-BE49-F238E27FC236}">
                <a16:creationId xmlns:a16="http://schemas.microsoft.com/office/drawing/2014/main" id="{2B838132-8B50-C19B-ACBF-0F76C2F6F31F}"/>
              </a:ext>
            </a:extLst>
          </p:cNvPr>
          <p:cNvCxnSpPr>
            <a:cxnSpLocks/>
          </p:cNvCxnSpPr>
          <p:nvPr/>
        </p:nvCxnSpPr>
        <p:spPr>
          <a:xfrm flipV="1">
            <a:off x="5623562" y="2486189"/>
            <a:ext cx="0" cy="36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直線矢印コネクタ 27">
            <a:extLst>
              <a:ext uri="{FF2B5EF4-FFF2-40B4-BE49-F238E27FC236}">
                <a16:creationId xmlns:a16="http://schemas.microsoft.com/office/drawing/2014/main" id="{8F0D5EFB-6B28-6D24-DBE6-6B8C13E0B030}"/>
              </a:ext>
            </a:extLst>
          </p:cNvPr>
          <p:cNvCxnSpPr>
            <a:cxnSpLocks/>
          </p:cNvCxnSpPr>
          <p:nvPr/>
        </p:nvCxnSpPr>
        <p:spPr>
          <a:xfrm rot="16200000" flipH="1">
            <a:off x="2291690" y="848402"/>
            <a:ext cx="1512000" cy="2880000"/>
          </a:xfrm>
          <a:prstGeom prst="bentConnector2">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graphicFrame>
        <p:nvGraphicFramePr>
          <p:cNvPr id="55" name="表 54">
            <a:extLst>
              <a:ext uri="{FF2B5EF4-FFF2-40B4-BE49-F238E27FC236}">
                <a16:creationId xmlns:a16="http://schemas.microsoft.com/office/drawing/2014/main" id="{3D42672A-7252-B59E-FDF8-8B4429646A2F}"/>
              </a:ext>
            </a:extLst>
          </p:cNvPr>
          <p:cNvGraphicFramePr>
            <a:graphicFrameLocks noGrp="1"/>
          </p:cNvGraphicFramePr>
          <p:nvPr>
            <p:extLst>
              <p:ext uri="{D42A27DB-BD31-4B8C-83A1-F6EECF244321}">
                <p14:modId xmlns:p14="http://schemas.microsoft.com/office/powerpoint/2010/main" val="3472803187"/>
              </p:ext>
            </p:extLst>
          </p:nvPr>
        </p:nvGraphicFramePr>
        <p:xfrm>
          <a:off x="912109" y="3760057"/>
          <a:ext cx="10701873" cy="2560320"/>
        </p:xfrm>
        <a:graphic>
          <a:graphicData uri="http://schemas.openxmlformats.org/drawingml/2006/table">
            <a:tbl>
              <a:tblPr firstRow="1" bandRow="1">
                <a:tableStyleId>{5940675A-B579-460E-94D1-54222C63F5DA}</a:tableStyleId>
              </a:tblPr>
              <a:tblGrid>
                <a:gridCol w="1387062">
                  <a:extLst>
                    <a:ext uri="{9D8B030D-6E8A-4147-A177-3AD203B41FA5}">
                      <a16:colId xmlns:a16="http://schemas.microsoft.com/office/drawing/2014/main" val="4115682360"/>
                    </a:ext>
                  </a:extLst>
                </a:gridCol>
                <a:gridCol w="4592248">
                  <a:extLst>
                    <a:ext uri="{9D8B030D-6E8A-4147-A177-3AD203B41FA5}">
                      <a16:colId xmlns:a16="http://schemas.microsoft.com/office/drawing/2014/main" val="2454353315"/>
                    </a:ext>
                  </a:extLst>
                </a:gridCol>
                <a:gridCol w="4722563">
                  <a:extLst>
                    <a:ext uri="{9D8B030D-6E8A-4147-A177-3AD203B41FA5}">
                      <a16:colId xmlns:a16="http://schemas.microsoft.com/office/drawing/2014/main" val="3510158629"/>
                    </a:ext>
                  </a:extLst>
                </a:gridCol>
              </a:tblGrid>
              <a:tr h="262083">
                <a:tc>
                  <a:txBody>
                    <a:bodyPr/>
                    <a:lstStyle/>
                    <a:p>
                      <a:pPr algn="l"/>
                      <a:r>
                        <a:rPr kumimoji="1" lang="en" altLang="en-US" sz="1200" b="1"/>
                        <a:t>Organization</a:t>
                      </a:r>
                    </a:p>
                  </a:txBody>
                  <a:tcPr>
                    <a:solidFill>
                      <a:schemeClr val="bg1">
                        <a:lumMod val="85000"/>
                      </a:schemeClr>
                    </a:solidFill>
                  </a:tcPr>
                </a:tc>
                <a:tc>
                  <a:txBody>
                    <a:bodyPr/>
                    <a:lstStyle/>
                    <a:p>
                      <a:pPr algn="l"/>
                      <a:r>
                        <a:rPr kumimoji="1" lang="en" altLang="en-US" sz="1200" b="1"/>
                        <a:t>Key roles</a:t>
                      </a:r>
                    </a:p>
                  </a:txBody>
                  <a:tcPr>
                    <a:solidFill>
                      <a:schemeClr val="bg1">
                        <a:lumMod val="85000"/>
                      </a:schemeClr>
                    </a:solidFill>
                  </a:tcPr>
                </a:tc>
                <a:tc>
                  <a:txBody>
                    <a:bodyPr/>
                    <a:lstStyle/>
                    <a:p>
                      <a:pPr algn="l"/>
                      <a:r>
                        <a:rPr kumimoji="1" lang="en" altLang="en-US" sz="1200" b="1"/>
                        <a:t>Remarks</a:t>
                      </a:r>
                    </a:p>
                  </a:txBody>
                  <a:tcPr>
                    <a:solidFill>
                      <a:schemeClr val="bg1">
                        <a:lumMod val="85000"/>
                      </a:schemeClr>
                    </a:solidFill>
                  </a:tcPr>
                </a:tc>
                <a:extLst>
                  <a:ext uri="{0D108BD9-81ED-4DB2-BD59-A6C34878D82A}">
                    <a16:rowId xmlns:a16="http://schemas.microsoft.com/office/drawing/2014/main" val="870659724"/>
                  </a:ext>
                </a:extLst>
              </a:tr>
              <a:tr h="289560">
                <a:tc>
                  <a:txBody>
                    <a:bodyPr/>
                    <a:lstStyle/>
                    <a:p>
                      <a:pPr algn="l"/>
                      <a:r>
                        <a:rPr kumimoji="1" lang="en" altLang="en-US" sz="1200"/>
                        <a:t>Customer</a:t>
                      </a:r>
                    </a:p>
                  </a:txBody>
                  <a:tcPr anchor="ct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200"/>
                        <a:t>(1) </a:t>
                      </a:r>
                      <a:r>
                        <a:rPr kumimoji="1" lang="en" altLang="ja-JP" sz="1200"/>
                        <a:t>Application development and operation incorporating SDK (2) Market inquiry desk</a:t>
                      </a:r>
                    </a:p>
                  </a:txBody>
                  <a:tcPr anchor="ct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ja-JP" sz="1200"/>
                        <a:t>TMC compiles requirements. In principle, we do not respond individually</a:t>
                      </a:r>
                    </a:p>
                  </a:txBody>
                  <a:tcPr anchor="ctr">
                    <a:noFill/>
                  </a:tcPr>
                </a:tc>
                <a:extLst>
                  <a:ext uri="{0D108BD9-81ED-4DB2-BD59-A6C34878D82A}">
                    <a16:rowId xmlns:a16="http://schemas.microsoft.com/office/drawing/2014/main" val="633651545"/>
                  </a:ext>
                </a:extLst>
              </a:tr>
              <a:tr h="289560">
                <a:tc>
                  <a:txBody>
                    <a:bodyPr/>
                    <a:lstStyle/>
                    <a:p>
                      <a:pPr algn="l"/>
                      <a:r>
                        <a:rPr kumimoji="1" lang="en" altLang="en-US" sz="1200"/>
                        <a:t>System T</a:t>
                      </a:r>
                      <a:endParaRPr kumimoji="1" lang="ja-JP" altLang="en-US" sz="1200"/>
                    </a:p>
                  </a:txBody>
                  <a:tcPr anchor="ct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200"/>
                        <a:t>(1) Specification development and SDK release (2) Customer response to specifications and releases</a:t>
                      </a:r>
                    </a:p>
                  </a:txBody>
                  <a:tcPr anchor="ct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200"/>
                        <a:t>Details are explained separately from System T</a:t>
                      </a:r>
                    </a:p>
                  </a:txBody>
                  <a:tcPr anchor="ctr">
                    <a:noFill/>
                  </a:tcPr>
                </a:tc>
                <a:extLst>
                  <a:ext uri="{0D108BD9-81ED-4DB2-BD59-A6C34878D82A}">
                    <a16:rowId xmlns:a16="http://schemas.microsoft.com/office/drawing/2014/main" val="1519194274"/>
                  </a:ext>
                </a:extLst>
              </a:tr>
              <a:tr h="327660">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ja-JP" sz="1200"/>
                        <a:t>SDK Development T</a:t>
                      </a:r>
                      <a:endParaRPr kumimoji="1" lang="ja-JP" altLang="en-US" sz="1200"/>
                    </a:p>
                  </a:txBody>
                  <a:tcPr anchor="ct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200"/>
                        <a:t>(1) </a:t>
                      </a:r>
                      <a:r>
                        <a:rPr kumimoji="1" lang="en" altLang="ja-JP" sz="1200"/>
                        <a:t>SDK modification, maintenance and development (2) Design confirmation and defect analysis of SDK</a:t>
                      </a:r>
                    </a:p>
                  </a:txBody>
                  <a:tcPr anchor="ct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200"/>
                        <a:t>Currently knowledgeable in Android: AndroidStudio/Java, iOS: Xcode/Swift</a:t>
                      </a:r>
                      <a:endParaRPr kumimoji="1" lang="en-US" altLang="ja-JP" sz="1200"/>
                    </a:p>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200"/>
                        <a:t>Engineers are working with 2.5 artificial (DNST)</a:t>
                      </a:r>
                    </a:p>
                  </a:txBody>
                  <a:tcPr anchor="ctr">
                    <a:noFill/>
                  </a:tcPr>
                </a:tc>
                <a:extLst>
                  <a:ext uri="{0D108BD9-81ED-4DB2-BD59-A6C34878D82A}">
                    <a16:rowId xmlns:a16="http://schemas.microsoft.com/office/drawing/2014/main" val="254125989"/>
                  </a:ext>
                </a:extLst>
              </a:tr>
              <a:tr h="0">
                <a:tc>
                  <a:txBody>
                    <a:bodyPr/>
                    <a:lstStyle/>
                    <a:p>
                      <a:pPr algn="l"/>
                      <a:r>
                        <a:rPr kumimoji="1" lang="en" altLang="en-US" sz="1200"/>
                        <a:t>Use T</a:t>
                      </a:r>
                      <a:endParaRPr kumimoji="1" lang="ja-JP" altLang="en-US" sz="1200"/>
                    </a:p>
                  </a:txBody>
                  <a:tcPr anchor="ctr">
                    <a:noFill/>
                  </a:tcPr>
                </a:tc>
                <a:tc>
                  <a:txBody>
                    <a:bodyPr/>
                    <a:lstStyle/>
                    <a:p>
                      <a:pPr algn="l"/>
                      <a:r>
                        <a:rPr kumimoji="1" lang="en" altLang="en-US" sz="1200"/>
                        <a:t>(1) None (2) Responding to inquiries about market problems</a:t>
                      </a:r>
                    </a:p>
                  </a:txBody>
                  <a:tcPr anchor="ct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200"/>
                        <a:t>Details will be explained separately from Operation T</a:t>
                      </a:r>
                    </a:p>
                  </a:txBody>
                  <a:tcPr anchor="ctr">
                    <a:noFill/>
                  </a:tcPr>
                </a:tc>
                <a:extLst>
                  <a:ext uri="{0D108BD9-81ED-4DB2-BD59-A6C34878D82A}">
                    <a16:rowId xmlns:a16="http://schemas.microsoft.com/office/drawing/2014/main" val="1314656840"/>
                  </a:ext>
                </a:extLst>
              </a:tr>
              <a:tr h="0">
                <a:tc>
                  <a:txBody>
                    <a:bodyPr/>
                    <a:lstStyle/>
                    <a:p>
                      <a:pPr algn="l"/>
                      <a:r>
                        <a:rPr kumimoji="1" lang="en" altLang="ja-JP" sz="1200"/>
                        <a:t>IDEMIA</a:t>
                      </a:r>
                      <a:endParaRPr kumimoji="1" lang="ja-JP" altLang="en-US" sz="1200"/>
                    </a:p>
                  </a:txBody>
                  <a:tcPr anchor="ctr">
                    <a:noFill/>
                  </a:tcPr>
                </a:tc>
                <a:tc>
                  <a:txBody>
                    <a:bodyPr/>
                    <a:lstStyle/>
                    <a:p>
                      <a:pPr algn="l"/>
                      <a:r>
                        <a:rPr kumimoji="1" lang="en" altLang="en-US" sz="1200"/>
                        <a:t>(1) </a:t>
                      </a:r>
                      <a:r>
                        <a:rPr kumimoji="1" lang="en" altLang="ja-JP" sz="1200"/>
                        <a:t>DA modification, maintenance and development (2) design confirmation and defect analysis related to DA</a:t>
                      </a:r>
                    </a:p>
                  </a:txBody>
                  <a:tcPr anchor="ct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200"/>
                        <a:t>DNJP is in charge of the contact point</a:t>
                      </a:r>
                    </a:p>
                  </a:txBody>
                  <a:tcPr anchor="ctr">
                    <a:noFill/>
                  </a:tcPr>
                </a:tc>
                <a:extLst>
                  <a:ext uri="{0D108BD9-81ED-4DB2-BD59-A6C34878D82A}">
                    <a16:rowId xmlns:a16="http://schemas.microsoft.com/office/drawing/2014/main" val="2899031515"/>
                  </a:ext>
                </a:extLst>
              </a:tr>
            </a:tbl>
          </a:graphicData>
        </a:graphic>
      </p:graphicFrame>
      <p:sp>
        <p:nvSpPr>
          <p:cNvPr id="56" name="正方形/長方形 55">
            <a:extLst>
              <a:ext uri="{FF2B5EF4-FFF2-40B4-BE49-F238E27FC236}">
                <a16:creationId xmlns:a16="http://schemas.microsoft.com/office/drawing/2014/main" id="{DDC60907-8695-9421-F0DD-481CC85B1BFD}"/>
              </a:ext>
            </a:extLst>
          </p:cNvPr>
          <p:cNvSpPr/>
          <p:nvPr/>
        </p:nvSpPr>
        <p:spPr>
          <a:xfrm>
            <a:off x="912109" y="4504567"/>
            <a:ext cx="10701872" cy="439841"/>
          </a:xfrm>
          <a:prstGeom prst="rect">
            <a:avLst/>
          </a:prstGeom>
          <a:noFill/>
          <a:ln w="38100">
            <a:solidFill>
              <a:schemeClr val="bg2"/>
            </a:solidFill>
            <a:prstDash val="solid"/>
          </a:ln>
        </p:spPr>
        <p:style>
          <a:lnRef idx="2">
            <a:schemeClr val="dk1"/>
          </a:lnRef>
          <a:fillRef idx="1">
            <a:schemeClr val="lt1"/>
          </a:fillRef>
          <a:effectRef idx="0">
            <a:schemeClr val="dk1"/>
          </a:effectRef>
          <a:fontRef idx="minor">
            <a:schemeClr val="dk1"/>
          </a:fontRef>
        </p:style>
        <p:txBody>
          <a:bodyPr rtlCol="0" anchor="t"/>
          <a:lstStyle/>
          <a:p>
            <a:endParaRPr kumimoji="1" lang="ja-JP" altLang="en-US">
              <a:latin typeface="+mn-ea"/>
            </a:endParaRPr>
          </a:p>
        </p:txBody>
      </p:sp>
      <p:cxnSp>
        <p:nvCxnSpPr>
          <p:cNvPr id="57" name="直線矢印コネクタ 27">
            <a:extLst>
              <a:ext uri="{FF2B5EF4-FFF2-40B4-BE49-F238E27FC236}">
                <a16:creationId xmlns:a16="http://schemas.microsoft.com/office/drawing/2014/main" id="{74377E60-A8EF-129E-CD3B-8EA192DF4172}"/>
              </a:ext>
            </a:extLst>
          </p:cNvPr>
          <p:cNvCxnSpPr>
            <a:cxnSpLocks/>
          </p:cNvCxnSpPr>
          <p:nvPr/>
        </p:nvCxnSpPr>
        <p:spPr>
          <a:xfrm rot="16200000" flipH="1">
            <a:off x="2111690" y="812402"/>
            <a:ext cx="1656000" cy="3168000"/>
          </a:xfrm>
          <a:prstGeom prst="bentConnector2">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FED5CEA4-D8B5-ED20-1747-364CD58663A9}"/>
              </a:ext>
            </a:extLst>
          </p:cNvPr>
          <p:cNvSpPr/>
          <p:nvPr/>
        </p:nvSpPr>
        <p:spPr>
          <a:xfrm>
            <a:off x="6959727" y="1905984"/>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 altLang="ja-JP">
                <a:latin typeface="+mn-ea"/>
              </a:rPr>
              <a:t>DNST</a:t>
            </a:r>
          </a:p>
        </p:txBody>
      </p:sp>
      <p:cxnSp>
        <p:nvCxnSpPr>
          <p:cNvPr id="70" name="直線コネクタ 69">
            <a:extLst>
              <a:ext uri="{FF2B5EF4-FFF2-40B4-BE49-F238E27FC236}">
                <a16:creationId xmlns:a16="http://schemas.microsoft.com/office/drawing/2014/main" id="{D9A37EA1-631E-267C-E0CC-E4F41DB79D70}"/>
              </a:ext>
            </a:extLst>
          </p:cNvPr>
          <p:cNvCxnSpPr>
            <a:cxnSpLocks/>
          </p:cNvCxnSpPr>
          <p:nvPr/>
        </p:nvCxnSpPr>
        <p:spPr>
          <a:xfrm>
            <a:off x="6397536" y="1486960"/>
            <a:ext cx="562191" cy="497890"/>
          </a:xfrm>
          <a:prstGeom prst="line">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CBC53609-DC25-4EE6-C0B5-52BEC0B16609}"/>
              </a:ext>
            </a:extLst>
          </p:cNvPr>
          <p:cNvCxnSpPr>
            <a:cxnSpLocks/>
            <a:stCxn id="26" idx="3"/>
            <a:endCxn id="58" idx="1"/>
          </p:cNvCxnSpPr>
          <p:nvPr/>
        </p:nvCxnSpPr>
        <p:spPr>
          <a:xfrm>
            <a:off x="6397536" y="2182209"/>
            <a:ext cx="562191" cy="0"/>
          </a:xfrm>
          <a:prstGeom prst="line">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417456BF-333A-14EA-5FFC-4ACC4900C36D}"/>
              </a:ext>
            </a:extLst>
          </p:cNvPr>
          <p:cNvCxnSpPr>
            <a:cxnSpLocks/>
          </p:cNvCxnSpPr>
          <p:nvPr/>
        </p:nvCxnSpPr>
        <p:spPr>
          <a:xfrm flipV="1">
            <a:off x="6397536" y="2325008"/>
            <a:ext cx="562191" cy="556067"/>
          </a:xfrm>
          <a:prstGeom prst="line">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80" name="矢印: 上 79">
            <a:extLst>
              <a:ext uri="{FF2B5EF4-FFF2-40B4-BE49-F238E27FC236}">
                <a16:creationId xmlns:a16="http://schemas.microsoft.com/office/drawing/2014/main" id="{C22923FF-A4AF-0FA0-4450-4697270B057F}"/>
              </a:ext>
            </a:extLst>
          </p:cNvPr>
          <p:cNvSpPr/>
          <p:nvPr/>
        </p:nvSpPr>
        <p:spPr>
          <a:xfrm flipV="1">
            <a:off x="7589065" y="2396401"/>
            <a:ext cx="487680" cy="336429"/>
          </a:xfrm>
          <a:prstGeom prst="up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テキスト ボックス 80">
            <a:extLst>
              <a:ext uri="{FF2B5EF4-FFF2-40B4-BE49-F238E27FC236}">
                <a16:creationId xmlns:a16="http://schemas.microsoft.com/office/drawing/2014/main" id="{69F4FB53-8C91-8666-C5C5-440785BCE594}"/>
              </a:ext>
            </a:extLst>
          </p:cNvPr>
          <p:cNvSpPr txBox="1"/>
          <p:nvPr/>
        </p:nvSpPr>
        <p:spPr>
          <a:xfrm>
            <a:off x="7034505" y="2766541"/>
            <a:ext cx="1790210" cy="338554"/>
          </a:xfrm>
          <a:prstGeom prst="rect">
            <a:avLst/>
          </a:prstGeom>
          <a:noFill/>
        </p:spPr>
        <p:txBody>
          <a:bodyPr wrap="square">
            <a:spAutoFit/>
          </a:bodyPr>
          <a:lstStyle/>
          <a:p>
            <a:r>
              <a:rPr lang="en" altLang="ja-JP" sz="1600" b="1">
                <a:solidFill>
                  <a:schemeClr val="bg2"/>
                </a:solidFill>
              </a:rPr>
              <a:t>I want to outsource to FPT.</a:t>
            </a:r>
          </a:p>
        </p:txBody>
      </p:sp>
      <p:sp>
        <p:nvSpPr>
          <p:cNvPr id="83" name="テキスト ボックス 82">
            <a:extLst>
              <a:ext uri="{FF2B5EF4-FFF2-40B4-BE49-F238E27FC236}">
                <a16:creationId xmlns:a16="http://schemas.microsoft.com/office/drawing/2014/main" id="{75DDC7D2-453C-51A5-4733-1083EA328285}"/>
              </a:ext>
            </a:extLst>
          </p:cNvPr>
          <p:cNvSpPr txBox="1"/>
          <p:nvPr/>
        </p:nvSpPr>
        <p:spPr>
          <a:xfrm>
            <a:off x="3167555" y="3758380"/>
            <a:ext cx="2402617" cy="276999"/>
          </a:xfrm>
          <a:prstGeom prst="rect">
            <a:avLst/>
          </a:prstGeom>
          <a:noFill/>
          <a:effectLst/>
        </p:spPr>
        <p:txBody>
          <a:bodyPr wrap="square">
            <a:spAutoFit/>
          </a:bodyPr>
          <a:lstStyle/>
          <a:p>
            <a:r>
              <a:rPr lang="en" altLang="en-US" sz="1200" b="1">
                <a:latin typeface="+mn-ea"/>
              </a:rPr>
              <a:t>(1): Regular (2): Irregular</a:t>
            </a:r>
          </a:p>
        </p:txBody>
      </p:sp>
      <p:sp>
        <p:nvSpPr>
          <p:cNvPr id="84" name="テキスト ボックス 83">
            <a:extLst>
              <a:ext uri="{FF2B5EF4-FFF2-40B4-BE49-F238E27FC236}">
                <a16:creationId xmlns:a16="http://schemas.microsoft.com/office/drawing/2014/main" id="{8901A886-2CFC-DBD1-2C7E-6982A4B089E4}"/>
              </a:ext>
            </a:extLst>
          </p:cNvPr>
          <p:cNvSpPr txBox="1"/>
          <p:nvPr/>
        </p:nvSpPr>
        <p:spPr>
          <a:xfrm>
            <a:off x="9297342" y="3295025"/>
            <a:ext cx="2797291" cy="276999"/>
          </a:xfrm>
          <a:prstGeom prst="rect">
            <a:avLst/>
          </a:prstGeom>
          <a:noFill/>
          <a:effectLst/>
        </p:spPr>
        <p:txBody>
          <a:bodyPr wrap="square">
            <a:spAutoFit/>
          </a:bodyPr>
          <a:lstStyle/>
          <a:p>
            <a:r>
              <a:rPr lang="en" altLang="en-US" sz="1200" b="1">
                <a:solidFill>
                  <a:schemeClr val="bg2"/>
                </a:solidFill>
                <a:latin typeface="+mn-ea"/>
              </a:rPr>
              <a:t>The following will explain the red frame part</a:t>
            </a:r>
          </a:p>
        </p:txBody>
      </p:sp>
      <p:sp>
        <p:nvSpPr>
          <p:cNvPr id="6" name="Rectangle 5">
            <a:extLst>
              <a:ext uri="{FF2B5EF4-FFF2-40B4-BE49-F238E27FC236}">
                <a16:creationId xmlns:a16="http://schemas.microsoft.com/office/drawing/2014/main" id="{4591C2EC-EC05-BB6F-CEAE-520572A23EA8}"/>
              </a:ext>
            </a:extLst>
          </p:cNvPr>
          <p:cNvSpPr/>
          <p:nvPr/>
        </p:nvSpPr>
        <p:spPr>
          <a:xfrm>
            <a:off x="7272259" y="183019"/>
            <a:ext cx="1636092" cy="68104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a:t>Legend:</a:t>
            </a:r>
          </a:p>
          <a:p>
            <a:r>
              <a:rPr kumimoji="1" lang="en-US" altLang="ja-JP" sz="1200"/>
              <a:t>DNST: Denso China;</a:t>
            </a:r>
          </a:p>
          <a:p>
            <a:r>
              <a:rPr lang="en-US" altLang="ja-JP" sz="1200"/>
              <a:t>DNJP: Denso JP</a:t>
            </a:r>
            <a:endParaRPr kumimoji="1" lang="ja-JP" altLang="en-US" sz="1200"/>
          </a:p>
        </p:txBody>
      </p:sp>
    </p:spTree>
    <p:extLst>
      <p:ext uri="{BB962C8B-B14F-4D97-AF65-F5344CB8AC3E}">
        <p14:creationId xmlns:p14="http://schemas.microsoft.com/office/powerpoint/2010/main" val="2833016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EAAA6CC-BF18-5240-8E59-10980F2C217D}"/>
              </a:ext>
            </a:extLst>
          </p:cNvPr>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3" name="スライド番号プレースホルダー 2">
            <a:extLst>
              <a:ext uri="{FF2B5EF4-FFF2-40B4-BE49-F238E27FC236}">
                <a16:creationId xmlns:a16="http://schemas.microsoft.com/office/drawing/2014/main" id="{980593FC-3438-361F-48B9-8467F23FD70F}"/>
              </a:ext>
            </a:extLst>
          </p:cNvPr>
          <p:cNvSpPr>
            <a:spLocks noGrp="1"/>
          </p:cNvSpPr>
          <p:nvPr>
            <p:ph type="sldNum" sz="quarter" idx="11"/>
          </p:nvPr>
        </p:nvSpPr>
        <p:spPr/>
        <p:txBody>
          <a:bodyPr/>
          <a:lstStyle/>
          <a:p>
            <a:fld id="{A4345066-4952-40C1-BC8B-CE2851EC3EF2}" type="slidenum">
              <a:rPr lang="ja-JP" altLang="en-US" smtClean="0">
                <a:solidFill>
                  <a:schemeClr val="bg1">
                    <a:lumMod val="65000"/>
                  </a:schemeClr>
                </a:solidFill>
                <a:ea typeface="Yu Gothic UI Light" panose="020B0300000000000000" pitchFamily="50" charset="-128"/>
              </a:rPr>
              <a:pPr/>
              <a:t>6</a:t>
            </a:fld>
            <a:endParaRPr lang="en-US" altLang="ja-JP" sz="900">
              <a:solidFill>
                <a:schemeClr val="bg1">
                  <a:lumMod val="65000"/>
                </a:schemeClr>
              </a:solidFill>
              <a:ea typeface="Yu Gothic UI Light" panose="020B0300000000000000" pitchFamily="50" charset="-128"/>
            </a:endParaRPr>
          </a:p>
        </p:txBody>
      </p:sp>
      <p:sp>
        <p:nvSpPr>
          <p:cNvPr id="4" name="テキスト プレースホルダー 3">
            <a:extLst>
              <a:ext uri="{FF2B5EF4-FFF2-40B4-BE49-F238E27FC236}">
                <a16:creationId xmlns:a16="http://schemas.microsoft.com/office/drawing/2014/main" id="{471D6CF0-6C01-250A-4A7E-8BBE57EF2490}"/>
              </a:ext>
            </a:extLst>
          </p:cNvPr>
          <p:cNvSpPr>
            <a:spLocks noGrp="1"/>
          </p:cNvSpPr>
          <p:nvPr>
            <p:ph type="body" sz="quarter" idx="16"/>
          </p:nvPr>
        </p:nvSpPr>
        <p:spPr/>
        <p:txBody>
          <a:bodyPr/>
          <a:lstStyle/>
          <a:p>
            <a:endParaRPr kumimoji="1" lang="ja-JP" altLang="en-US"/>
          </a:p>
        </p:txBody>
      </p:sp>
      <p:sp>
        <p:nvSpPr>
          <p:cNvPr id="5" name="タイトル 4">
            <a:extLst>
              <a:ext uri="{FF2B5EF4-FFF2-40B4-BE49-F238E27FC236}">
                <a16:creationId xmlns:a16="http://schemas.microsoft.com/office/drawing/2014/main" id="{21B8EA22-255B-5F36-DBB4-C72AFF077D61}"/>
              </a:ext>
            </a:extLst>
          </p:cNvPr>
          <p:cNvSpPr>
            <a:spLocks noGrp="1"/>
          </p:cNvSpPr>
          <p:nvPr>
            <p:ph type="title"/>
          </p:nvPr>
        </p:nvSpPr>
        <p:spPr>
          <a:xfrm>
            <a:off x="0" y="241690"/>
            <a:ext cx="10806252" cy="415770"/>
          </a:xfrm>
        </p:spPr>
        <p:txBody>
          <a:bodyPr/>
          <a:lstStyle/>
          <a:p>
            <a:r>
              <a:rPr kumimoji="1" lang="en" altLang="ja-JP"/>
              <a:t>4. Division of responsibilities within SDK development T</a:t>
            </a:r>
          </a:p>
        </p:txBody>
      </p:sp>
      <p:graphicFrame>
        <p:nvGraphicFramePr>
          <p:cNvPr id="6" name="表 5">
            <a:extLst>
              <a:ext uri="{FF2B5EF4-FFF2-40B4-BE49-F238E27FC236}">
                <a16:creationId xmlns:a16="http://schemas.microsoft.com/office/drawing/2014/main" id="{9DAAA023-7537-9778-9D03-D9B3DAB3A291}"/>
              </a:ext>
            </a:extLst>
          </p:cNvPr>
          <p:cNvGraphicFramePr>
            <a:graphicFrameLocks noGrp="1"/>
          </p:cNvGraphicFramePr>
          <p:nvPr>
            <p:extLst>
              <p:ext uri="{D42A27DB-BD31-4B8C-83A1-F6EECF244321}">
                <p14:modId xmlns:p14="http://schemas.microsoft.com/office/powerpoint/2010/main" val="2530433707"/>
              </p:ext>
            </p:extLst>
          </p:nvPr>
        </p:nvGraphicFramePr>
        <p:xfrm>
          <a:off x="1187311" y="2357371"/>
          <a:ext cx="9485907" cy="3688080"/>
        </p:xfrm>
        <a:graphic>
          <a:graphicData uri="http://schemas.openxmlformats.org/drawingml/2006/table">
            <a:tbl>
              <a:tblPr firstRow="1" bandRow="1">
                <a:tableStyleId>{5940675A-B579-460E-94D1-54222C63F5DA}</a:tableStyleId>
              </a:tblPr>
              <a:tblGrid>
                <a:gridCol w="1224146">
                  <a:extLst>
                    <a:ext uri="{9D8B030D-6E8A-4147-A177-3AD203B41FA5}">
                      <a16:colId xmlns:a16="http://schemas.microsoft.com/office/drawing/2014/main" val="252086327"/>
                    </a:ext>
                  </a:extLst>
                </a:gridCol>
                <a:gridCol w="1912402">
                  <a:extLst>
                    <a:ext uri="{9D8B030D-6E8A-4147-A177-3AD203B41FA5}">
                      <a16:colId xmlns:a16="http://schemas.microsoft.com/office/drawing/2014/main" val="4097069127"/>
                    </a:ext>
                  </a:extLst>
                </a:gridCol>
                <a:gridCol w="6349359">
                  <a:extLst>
                    <a:ext uri="{9D8B030D-6E8A-4147-A177-3AD203B41FA5}">
                      <a16:colId xmlns:a16="http://schemas.microsoft.com/office/drawing/2014/main" val="447989550"/>
                    </a:ext>
                  </a:extLst>
                </a:gridCol>
              </a:tblGrid>
              <a:tr h="300224">
                <a:tc>
                  <a:txBody>
                    <a:bodyPr/>
                    <a:lstStyle/>
                    <a:p>
                      <a:pPr algn="l"/>
                      <a:r>
                        <a:rPr kumimoji="1" lang="en" altLang="en-US" sz="1600">
                          <a:latin typeface="+mn-ea"/>
                          <a:ea typeface="+mn-ea"/>
                        </a:rPr>
                        <a:t>Person in charge</a:t>
                      </a:r>
                    </a:p>
                  </a:txBody>
                  <a:tcPr>
                    <a:solidFill>
                      <a:schemeClr val="bg1">
                        <a:lumMod val="85000"/>
                      </a:schemeClr>
                    </a:solidFill>
                  </a:tcPr>
                </a:tc>
                <a:tc>
                  <a:txBody>
                    <a:bodyPr/>
                    <a:lstStyle/>
                    <a:p>
                      <a:pPr algn="l"/>
                      <a:r>
                        <a:rPr kumimoji="1" lang="en" altLang="en-US" sz="1600">
                          <a:latin typeface="+mn-ea"/>
                          <a:ea typeface="+mn-ea"/>
                        </a:rPr>
                        <a:t>Responsibilities</a:t>
                      </a:r>
                    </a:p>
                  </a:txBody>
                  <a:tcPr>
                    <a:solidFill>
                      <a:schemeClr val="bg1">
                        <a:lumMod val="85000"/>
                      </a:schemeClr>
                    </a:solidFill>
                  </a:tcPr>
                </a:tc>
                <a:tc>
                  <a:txBody>
                    <a:bodyPr/>
                    <a:lstStyle/>
                    <a:p>
                      <a:pPr algn="l"/>
                      <a:r>
                        <a:rPr kumimoji="1" lang="en" altLang="en-US" sz="1600">
                          <a:latin typeface="+mn-ea"/>
                          <a:ea typeface="+mn-ea"/>
                        </a:rPr>
                        <a:t>Description</a:t>
                      </a:r>
                    </a:p>
                  </a:txBody>
                  <a:tcPr>
                    <a:solidFill>
                      <a:schemeClr val="bg1">
                        <a:lumMod val="85000"/>
                      </a:schemeClr>
                    </a:solidFill>
                  </a:tcPr>
                </a:tc>
                <a:extLst>
                  <a:ext uri="{0D108BD9-81ED-4DB2-BD59-A6C34878D82A}">
                    <a16:rowId xmlns:a16="http://schemas.microsoft.com/office/drawing/2014/main" val="2934674159"/>
                  </a:ext>
                </a:extLst>
              </a:tr>
              <a:tr h="1183870">
                <a:tc>
                  <a:txBody>
                    <a:bodyPr/>
                    <a:lstStyle/>
                    <a:p>
                      <a:r>
                        <a:rPr kumimoji="1" lang="en" altLang="ja-JP" sz="1600">
                          <a:latin typeface="+mn-ea"/>
                          <a:ea typeface="+mn-ea"/>
                        </a:rPr>
                        <a:t>DNJP</a:t>
                      </a:r>
                      <a:endParaRPr kumimoji="1" lang="ja-JP" altLang="en-US" sz="1600">
                        <a:latin typeface="+mn-ea"/>
                        <a:ea typeface="+mn-ea"/>
                      </a:endParaRPr>
                    </a:p>
                  </a:txBody>
                  <a:tcPr/>
                </a:tc>
                <a:tc>
                  <a:txBody>
                    <a:bodyPr/>
                    <a:lstStyle/>
                    <a:p>
                      <a:r>
                        <a:rPr kumimoji="1" lang="en" altLang="en-US" sz="1600">
                          <a:latin typeface="+mn-ea"/>
                          <a:ea typeface="+mn-ea"/>
                        </a:rPr>
                        <a:t>・Quality Assurance</a:t>
                      </a:r>
                      <a:endParaRPr kumimoji="1" lang="en-US" altLang="ja-JP" sz="1600">
                        <a:latin typeface="+mn-ea"/>
                        <a:ea typeface="+mn-ea"/>
                      </a:endParaRPr>
                    </a:p>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600">
                          <a:latin typeface="+mn-ea"/>
                          <a:ea typeface="+mn-ea"/>
                        </a:rPr>
                        <a:t>・Progress management</a:t>
                      </a:r>
                      <a:endParaRPr kumimoji="1" lang="en-US" altLang="ja-JP" sz="1600">
                        <a:latin typeface="+mn-ea"/>
                        <a:ea typeface="+mn-ea"/>
                      </a:endParaRPr>
                    </a:p>
                  </a:txBody>
                  <a:tcPr/>
                </a:tc>
                <a:tc>
                  <a:txBody>
                    <a:bodyPr/>
                    <a:lstStyle/>
                    <a:p>
                      <a:r>
                        <a:rPr lang="en" altLang="en-US" sz="1600">
                          <a:solidFill>
                            <a:schemeClr val="tx1"/>
                          </a:solidFill>
                          <a:latin typeface="+mn-ea"/>
                          <a:ea typeface="+mn-ea"/>
                        </a:rPr>
                        <a:t>・Clarification of requirements</a:t>
                      </a:r>
                      <a:endParaRPr lang="en-US" altLang="ja-JP" sz="1600">
                        <a:solidFill>
                          <a:schemeClr val="tx1"/>
                        </a:solidFill>
                        <a:latin typeface="+mn-ea"/>
                        <a:ea typeface="+mn-ea"/>
                      </a:endParaRPr>
                    </a:p>
                    <a:p>
                      <a:r>
                        <a:rPr lang="en" altLang="en-US" sz="1600">
                          <a:solidFill>
                            <a:schemeClr val="tx1"/>
                          </a:solidFill>
                          <a:latin typeface="+mn-ea"/>
                          <a:ea typeface="+mn-ea"/>
                        </a:rPr>
                        <a:t>・Set milestones</a:t>
                      </a:r>
                      <a:endParaRPr lang="en-US" altLang="ja-JP" sz="1600">
                        <a:solidFill>
                          <a:schemeClr val="tx1"/>
                        </a:solidFill>
                        <a:latin typeface="+mn-ea"/>
                        <a:ea typeface="+mn-ea"/>
                      </a:endParaRPr>
                    </a:p>
                    <a:p>
                      <a:r>
                        <a:rPr lang="en" altLang="en-US" sz="1600">
                          <a:solidFill>
                            <a:schemeClr val="tx1"/>
                          </a:solidFill>
                          <a:latin typeface="+mn-ea"/>
                          <a:ea typeface="+mn-ea"/>
                        </a:rPr>
                        <a:t>・Coordination of related parties</a:t>
                      </a:r>
                      <a:endParaRPr lang="en-US" altLang="ja-JP" sz="1600">
                        <a:solidFill>
                          <a:schemeClr val="tx1"/>
                        </a:solidFill>
                        <a:latin typeface="+mn-ea"/>
                        <a:ea typeface="+mn-ea"/>
                      </a:endParaRPr>
                    </a:p>
                    <a:p>
                      <a:r>
                        <a:rPr lang="en" altLang="en-US" sz="1600">
                          <a:solidFill>
                            <a:schemeClr val="tx1"/>
                          </a:solidFill>
                          <a:latin typeface="+mn-ea"/>
                          <a:ea typeface="+mn-ea"/>
                        </a:rPr>
                        <a:t>・Work instructions</a:t>
                      </a:r>
                      <a:endParaRPr lang="en-US" altLang="ja-JP" sz="1600">
                        <a:solidFill>
                          <a:schemeClr val="tx1"/>
                        </a:solidFill>
                        <a:latin typeface="+mn-ea"/>
                        <a:ea typeface="+mn-ea"/>
                      </a:endParaRPr>
                    </a:p>
                    <a:p>
                      <a:r>
                        <a:rPr lang="en" altLang="en-US" sz="1600">
                          <a:solidFill>
                            <a:schemeClr val="tx1"/>
                          </a:solidFill>
                          <a:latin typeface="+mn-ea"/>
                          <a:ea typeface="+mn-ea"/>
                        </a:rPr>
                        <a:t>- Review and approve all deliverables</a:t>
                      </a:r>
                      <a:endParaRPr lang="en-US" altLang="ja-JP" sz="1600">
                        <a:solidFill>
                          <a:schemeClr val="tx1"/>
                        </a:solidFill>
                        <a:latin typeface="+mn-ea"/>
                        <a:ea typeface="+mn-ea"/>
                      </a:endParaRPr>
                    </a:p>
                    <a:p>
                      <a:r>
                        <a:rPr lang="en" altLang="en-US" sz="1600">
                          <a:latin typeface="+mn-ea"/>
                          <a:ea typeface="+mn-ea"/>
                        </a:rPr>
                        <a:t>・External review of deliverables (with system T, PM, quality leader)</a:t>
                      </a:r>
                      <a:endParaRPr lang="en-US" altLang="ja-JP" sz="1600">
                        <a:latin typeface="+mn-ea"/>
                        <a:ea typeface="+mn-ea"/>
                      </a:endParaRPr>
                    </a:p>
                    <a:p>
                      <a:r>
                        <a:rPr lang="en" altLang="en-US" sz="1600">
                          <a:latin typeface="+mn-ea"/>
                          <a:ea typeface="+mn-ea"/>
                        </a:rPr>
                        <a:t>・Release decision</a:t>
                      </a:r>
                      <a:endParaRPr lang="en-US" altLang="ja-JP" sz="1600">
                        <a:latin typeface="+mn-ea"/>
                        <a:ea typeface="+mn-ea"/>
                      </a:endParaRPr>
                    </a:p>
                  </a:txBody>
                  <a:tcPr/>
                </a:tc>
                <a:extLst>
                  <a:ext uri="{0D108BD9-81ED-4DB2-BD59-A6C34878D82A}">
                    <a16:rowId xmlns:a16="http://schemas.microsoft.com/office/drawing/2014/main" val="3236131734"/>
                  </a:ext>
                </a:extLst>
              </a:tr>
              <a:tr h="1018424">
                <a:tc>
                  <a:txBody>
                    <a:bodyPr/>
                    <a:lstStyle/>
                    <a:p>
                      <a:r>
                        <a:rPr kumimoji="1" lang="en" altLang="ja-JP" sz="1600">
                          <a:latin typeface="+mn-ea"/>
                          <a:ea typeface="+mn-ea"/>
                        </a:rPr>
                        <a:t>FPT</a:t>
                      </a:r>
                    </a:p>
                  </a:txBody>
                  <a:tcPr/>
                </a:tc>
                <a:tc>
                  <a:txBody>
                    <a:bodyPr/>
                    <a:lstStyle/>
                    <a:p>
                      <a:r>
                        <a:rPr kumimoji="1" lang="en" altLang="en-US" sz="1600">
                          <a:latin typeface="+mn-ea"/>
                          <a:ea typeface="+mn-ea"/>
                        </a:rPr>
                        <a:t>・Deliverable creation</a:t>
                      </a:r>
                      <a:endParaRPr kumimoji="1" lang="en-US" altLang="ja-JP" sz="1600">
                        <a:latin typeface="+mn-ea"/>
                        <a:ea typeface="+mn-ea"/>
                      </a:endParaRPr>
                    </a:p>
                    <a:p>
                      <a:r>
                        <a:rPr kumimoji="1" lang="en" altLang="en-US" sz="1600">
                          <a:latin typeface="+mn-ea"/>
                          <a:ea typeface="+mn-ea"/>
                        </a:rPr>
                        <a:t>・Progress report</a:t>
                      </a:r>
                    </a:p>
                  </a:txBody>
                  <a:tcPr/>
                </a:tc>
                <a:tc>
                  <a:txBody>
                    <a:bodyPr/>
                    <a:lstStyle/>
                    <a:p>
                      <a:r>
                        <a:rPr lang="en" altLang="en-US" sz="1600">
                          <a:latin typeface="+mn-ea"/>
                          <a:ea typeface="+mn-ea"/>
                        </a:rPr>
                        <a:t>・Confirmation of requirements</a:t>
                      </a:r>
                      <a:endParaRPr lang="en-US" altLang="ja-JP" sz="1600">
                        <a:latin typeface="+mn-ea"/>
                        <a:ea typeface="+mn-ea"/>
                      </a:endParaRPr>
                    </a:p>
                    <a:p>
                      <a:r>
                        <a:rPr lang="en" altLang="en-US" sz="1600">
                          <a:latin typeface="+mn-ea"/>
                          <a:ea typeface="+mn-ea"/>
                        </a:rPr>
                        <a:t>・Creation of deliverables based on instructions and procedures</a:t>
                      </a:r>
                      <a:endParaRPr lang="en-US" altLang="ja-JP" sz="1600">
                        <a:latin typeface="+mn-ea"/>
                        <a:ea typeface="+mn-ea"/>
                      </a:endParaRPr>
                    </a:p>
                    <a:p>
                      <a:r>
                        <a:rPr lang="en" altLang="en-US" sz="1600">
                          <a:latin typeface="+mn-ea"/>
                          <a:ea typeface="+mn-ea"/>
                        </a:rPr>
                        <a:t>・Explanation of the created deliverables</a:t>
                      </a:r>
                      <a:endParaRPr lang="en-US" altLang="ja-JP" sz="1600">
                        <a:latin typeface="+mn-ea"/>
                        <a:ea typeface="+mn-ea"/>
                      </a:endParaRPr>
                    </a:p>
                    <a:p>
                      <a:r>
                        <a:rPr lang="en" altLang="en-US" sz="1600">
                          <a:latin typeface="+mn-ea"/>
                          <a:ea typeface="+mn-ea"/>
                        </a:rPr>
                        <a:t>・Progress report on the plan</a:t>
                      </a:r>
                      <a:endParaRPr lang="en-US" altLang="ja-JP" sz="1600">
                        <a:latin typeface="+mn-ea"/>
                        <a:ea typeface="+mn-ea"/>
                      </a:endParaRPr>
                    </a:p>
                    <a:p>
                      <a:r>
                        <a:rPr lang="en" altLang="en-US" sz="1600">
                          <a:latin typeface="+mn-ea"/>
                          <a:ea typeface="+mn-ea"/>
                        </a:rPr>
                        <a:t>・Launch of progress delays and problems</a:t>
                      </a:r>
                    </a:p>
                  </a:txBody>
                  <a:tcPr/>
                </a:tc>
                <a:extLst>
                  <a:ext uri="{0D108BD9-81ED-4DB2-BD59-A6C34878D82A}">
                    <a16:rowId xmlns:a16="http://schemas.microsoft.com/office/drawing/2014/main" val="4065807918"/>
                  </a:ext>
                </a:extLst>
              </a:tr>
            </a:tbl>
          </a:graphicData>
        </a:graphic>
      </p:graphicFrame>
      <p:sp>
        <p:nvSpPr>
          <p:cNvPr id="7" name="テキスト ボックス 6">
            <a:extLst>
              <a:ext uri="{FF2B5EF4-FFF2-40B4-BE49-F238E27FC236}">
                <a16:creationId xmlns:a16="http://schemas.microsoft.com/office/drawing/2014/main" id="{413FE511-8DB3-BCF8-2303-B0128F494365}"/>
              </a:ext>
            </a:extLst>
          </p:cNvPr>
          <p:cNvSpPr txBox="1"/>
          <p:nvPr/>
        </p:nvSpPr>
        <p:spPr>
          <a:xfrm>
            <a:off x="710158" y="599003"/>
            <a:ext cx="5571372" cy="923330"/>
          </a:xfrm>
          <a:prstGeom prst="rect">
            <a:avLst/>
          </a:prstGeom>
          <a:noFill/>
        </p:spPr>
        <p:txBody>
          <a:bodyPr wrap="square">
            <a:spAutoFit/>
          </a:bodyPr>
          <a:lstStyle/>
          <a:p>
            <a:r>
              <a:rPr lang="en" altLang="ja-JP">
                <a:latin typeface="+mn-ea"/>
              </a:rPr>
              <a:t>[Role of SDK Development T]</a:t>
            </a:r>
          </a:p>
          <a:p>
            <a:r>
              <a:rPr kumimoji="1" lang="en" altLang="en-US">
                <a:latin typeface="+mn-ea"/>
              </a:rPr>
              <a:t> (1) </a:t>
            </a:r>
            <a:r>
              <a:rPr kumimoji="1" lang="en" altLang="ja-JP">
                <a:latin typeface="+mn-ea"/>
              </a:rPr>
              <a:t>SDK Changes, Maintenance and Development ⇒P.7</a:t>
            </a:r>
            <a:r>
              <a:rPr kumimoji="1" lang="en" altLang="en-US">
                <a:latin typeface="+mn-ea"/>
              </a:rPr>
              <a:t>~</a:t>
            </a:r>
            <a:r>
              <a:rPr kumimoji="1" lang="en" altLang="ja-JP">
                <a:latin typeface="+mn-ea"/>
              </a:rPr>
              <a:t>10</a:t>
            </a:r>
            <a:endParaRPr kumimoji="1" lang="en-US" altLang="ja-JP">
              <a:latin typeface="+mn-ea"/>
            </a:endParaRPr>
          </a:p>
          <a:p>
            <a:r>
              <a:rPr lang="en" altLang="en-US">
                <a:latin typeface="+mn-ea"/>
              </a:rPr>
              <a:t> (2) </a:t>
            </a:r>
            <a:r>
              <a:rPr kumimoji="1" lang="en" altLang="ja-JP">
                <a:latin typeface="+mn-ea"/>
              </a:rPr>
              <a:t>Design confirmation and defect analysis for SDK ⇒ explained in P.11</a:t>
            </a:r>
          </a:p>
        </p:txBody>
      </p:sp>
      <p:sp>
        <p:nvSpPr>
          <p:cNvPr id="10" name="テキスト ボックス 9">
            <a:extLst>
              <a:ext uri="{FF2B5EF4-FFF2-40B4-BE49-F238E27FC236}">
                <a16:creationId xmlns:a16="http://schemas.microsoft.com/office/drawing/2014/main" id="{D8DA8A8B-B7F2-BD13-95F8-142981AEFEAB}"/>
              </a:ext>
            </a:extLst>
          </p:cNvPr>
          <p:cNvSpPr txBox="1"/>
          <p:nvPr/>
        </p:nvSpPr>
        <p:spPr>
          <a:xfrm>
            <a:off x="710158" y="1985345"/>
            <a:ext cx="5571372" cy="369332"/>
          </a:xfrm>
          <a:prstGeom prst="rect">
            <a:avLst/>
          </a:prstGeom>
          <a:noFill/>
        </p:spPr>
        <p:txBody>
          <a:bodyPr wrap="square">
            <a:spAutoFit/>
          </a:bodyPr>
          <a:lstStyle/>
          <a:p>
            <a:r>
              <a:rPr lang="en" altLang="ja-JP">
                <a:latin typeface="+mn-ea"/>
              </a:rPr>
              <a:t>[Division of responsibilities]</a:t>
            </a:r>
          </a:p>
        </p:txBody>
      </p:sp>
    </p:spTree>
    <p:extLst>
      <p:ext uri="{BB962C8B-B14F-4D97-AF65-F5344CB8AC3E}">
        <p14:creationId xmlns:p14="http://schemas.microsoft.com/office/powerpoint/2010/main" val="2218939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直線矢印コネクタ 15">
            <a:extLst>
              <a:ext uri="{FF2B5EF4-FFF2-40B4-BE49-F238E27FC236}">
                <a16:creationId xmlns:a16="http://schemas.microsoft.com/office/drawing/2014/main" id="{50662FA8-DDEE-02C6-CFB6-D733DCB713A3}"/>
              </a:ext>
            </a:extLst>
          </p:cNvPr>
          <p:cNvCxnSpPr>
            <a:cxnSpLocks/>
            <a:stCxn id="12" idx="2"/>
            <a:endCxn id="9" idx="0"/>
          </p:cNvCxnSpPr>
          <p:nvPr/>
        </p:nvCxnSpPr>
        <p:spPr>
          <a:xfrm flipH="1">
            <a:off x="5778925" y="2366433"/>
            <a:ext cx="2476967" cy="2878388"/>
          </a:xfrm>
          <a:prstGeom prst="straightConnector1">
            <a:avLst/>
          </a:prstGeom>
          <a:ln w="38100">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13" name="直線矢印コネクタ 12">
            <a:extLst>
              <a:ext uri="{FF2B5EF4-FFF2-40B4-BE49-F238E27FC236}">
                <a16:creationId xmlns:a16="http://schemas.microsoft.com/office/drawing/2014/main" id="{50D752DE-8372-2639-6826-0A00A7C01260}"/>
              </a:ext>
            </a:extLst>
          </p:cNvPr>
          <p:cNvCxnSpPr>
            <a:cxnSpLocks/>
            <a:stCxn id="9" idx="0"/>
            <a:endCxn id="6" idx="2"/>
          </p:cNvCxnSpPr>
          <p:nvPr/>
        </p:nvCxnSpPr>
        <p:spPr>
          <a:xfrm flipH="1" flipV="1">
            <a:off x="3472160" y="2366433"/>
            <a:ext cx="2306765" cy="2878388"/>
          </a:xfrm>
          <a:prstGeom prst="straightConnector1">
            <a:avLst/>
          </a:prstGeom>
          <a:ln w="38100">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2" name="フッター プレースホルダー 1">
            <a:extLst>
              <a:ext uri="{FF2B5EF4-FFF2-40B4-BE49-F238E27FC236}">
                <a16:creationId xmlns:a16="http://schemas.microsoft.com/office/drawing/2014/main" id="{0951E3A3-B6F3-DF19-4A27-26DFCADB9416}"/>
              </a:ext>
            </a:extLst>
          </p:cNvPr>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3" name="スライド番号プレースホルダー 2">
            <a:extLst>
              <a:ext uri="{FF2B5EF4-FFF2-40B4-BE49-F238E27FC236}">
                <a16:creationId xmlns:a16="http://schemas.microsoft.com/office/drawing/2014/main" id="{89D60490-FFA9-D6BE-30BA-015ADA97ACE4}"/>
              </a:ext>
            </a:extLst>
          </p:cNvPr>
          <p:cNvSpPr>
            <a:spLocks noGrp="1"/>
          </p:cNvSpPr>
          <p:nvPr>
            <p:ph type="sldNum" sz="quarter" idx="11"/>
          </p:nvPr>
        </p:nvSpPr>
        <p:spPr/>
        <p:txBody>
          <a:bodyPr/>
          <a:lstStyle/>
          <a:p>
            <a:fld id="{A4345066-4952-40C1-BC8B-CE2851EC3EF2}" type="slidenum">
              <a:rPr lang="ja-JP" altLang="en-US" smtClean="0">
                <a:solidFill>
                  <a:schemeClr val="bg1">
                    <a:lumMod val="65000"/>
                  </a:schemeClr>
                </a:solidFill>
                <a:ea typeface="Yu Gothic UI Light" panose="020B0300000000000000" pitchFamily="50" charset="-128"/>
              </a:rPr>
              <a:pPr/>
              <a:t>7</a:t>
            </a:fld>
            <a:endParaRPr lang="en-US" altLang="ja-JP" sz="900">
              <a:solidFill>
                <a:schemeClr val="bg1">
                  <a:lumMod val="65000"/>
                </a:schemeClr>
              </a:solidFill>
              <a:ea typeface="Yu Gothic UI Light" panose="020B0300000000000000" pitchFamily="50" charset="-128"/>
            </a:endParaRPr>
          </a:p>
        </p:txBody>
      </p:sp>
      <p:sp>
        <p:nvSpPr>
          <p:cNvPr id="4" name="テキスト プレースホルダー 3">
            <a:extLst>
              <a:ext uri="{FF2B5EF4-FFF2-40B4-BE49-F238E27FC236}">
                <a16:creationId xmlns:a16="http://schemas.microsoft.com/office/drawing/2014/main" id="{3F0ED9D7-F5DD-7F94-0ED8-EF048FA79D2C}"/>
              </a:ext>
            </a:extLst>
          </p:cNvPr>
          <p:cNvSpPr>
            <a:spLocks noGrp="1"/>
          </p:cNvSpPr>
          <p:nvPr>
            <p:ph type="body" sz="quarter" idx="16"/>
          </p:nvPr>
        </p:nvSpPr>
        <p:spPr/>
        <p:txBody>
          <a:bodyPr/>
          <a:lstStyle/>
          <a:p>
            <a:endParaRPr kumimoji="1" lang="ja-JP" altLang="en-US"/>
          </a:p>
        </p:txBody>
      </p:sp>
      <p:sp>
        <p:nvSpPr>
          <p:cNvPr id="5" name="タイトル 4">
            <a:extLst>
              <a:ext uri="{FF2B5EF4-FFF2-40B4-BE49-F238E27FC236}">
                <a16:creationId xmlns:a16="http://schemas.microsoft.com/office/drawing/2014/main" id="{B1EBF17E-2227-8584-77C9-F060EC8D7009}"/>
              </a:ext>
            </a:extLst>
          </p:cNvPr>
          <p:cNvSpPr>
            <a:spLocks noGrp="1"/>
          </p:cNvSpPr>
          <p:nvPr>
            <p:ph type="title"/>
          </p:nvPr>
        </p:nvSpPr>
        <p:spPr>
          <a:xfrm>
            <a:off x="0" y="115469"/>
            <a:ext cx="10806252" cy="415770"/>
          </a:xfrm>
        </p:spPr>
        <p:txBody>
          <a:bodyPr/>
          <a:lstStyle/>
          <a:p>
            <a:r>
              <a:rPr lang="en" altLang="ja-JP"/>
              <a:t>5. (1) </a:t>
            </a:r>
            <a:r>
              <a:rPr kumimoji="1" lang="en" altLang="ja-JP"/>
              <a:t>SDK Change, Maintenance and Development Process</a:t>
            </a:r>
          </a:p>
        </p:txBody>
      </p:sp>
      <p:sp>
        <p:nvSpPr>
          <p:cNvPr id="6" name="正方形/長方形 5">
            <a:extLst>
              <a:ext uri="{FF2B5EF4-FFF2-40B4-BE49-F238E27FC236}">
                <a16:creationId xmlns:a16="http://schemas.microsoft.com/office/drawing/2014/main" id="{E3FFED05-FBE7-CF04-C5E3-4E664ABC75BE}"/>
              </a:ext>
            </a:extLst>
          </p:cNvPr>
          <p:cNvSpPr/>
          <p:nvPr/>
        </p:nvSpPr>
        <p:spPr>
          <a:xfrm>
            <a:off x="2680545" y="1813983"/>
            <a:ext cx="1583230" cy="552450"/>
          </a:xfrm>
          <a:prstGeom prst="rect">
            <a:avLst/>
          </a:prstGeom>
          <a:solidFill>
            <a:schemeClr val="bg1"/>
          </a:solidFill>
          <a:ln/>
          <a:effectLst>
            <a:outerShdw blurRad="254000" dist="63500" dir="2999998" rotWithShape="0">
              <a:scrgbClr r="0" g="0" b="0">
                <a:alpha val="20000"/>
              </a:scrgb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 altLang="en-US"/>
              <a:t>Requirement Definition</a:t>
            </a:r>
            <a:endParaRPr lang="en-US" altLang="ja-JP"/>
          </a:p>
        </p:txBody>
      </p:sp>
      <p:sp>
        <p:nvSpPr>
          <p:cNvPr id="7" name="正方形/長方形 6">
            <a:extLst>
              <a:ext uri="{FF2B5EF4-FFF2-40B4-BE49-F238E27FC236}">
                <a16:creationId xmlns:a16="http://schemas.microsoft.com/office/drawing/2014/main" id="{8413A6CD-DDD4-88D3-7FE7-AF271573B9ED}"/>
              </a:ext>
            </a:extLst>
          </p:cNvPr>
          <p:cNvSpPr/>
          <p:nvPr/>
        </p:nvSpPr>
        <p:spPr>
          <a:xfrm>
            <a:off x="3472160" y="2937116"/>
            <a:ext cx="1447068" cy="552450"/>
          </a:xfrm>
          <a:prstGeom prst="rect">
            <a:avLst/>
          </a:prstGeom>
          <a:solidFill>
            <a:schemeClr val="bg2">
              <a:lumMod val="20000"/>
              <a:lumOff val="80000"/>
            </a:schemeClr>
          </a:solidFill>
          <a:ln/>
          <a:effectLst>
            <a:outerShdw blurRad="254000" dist="63500" dir="2999998" rotWithShape="0">
              <a:scrgbClr r="0" g="0" b="0">
                <a:alpha val="20000"/>
              </a:scrgb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 altLang="en-US"/>
              <a:t>Basic Design</a:t>
            </a:r>
            <a:endParaRPr lang="en-US" altLang="ja-JP"/>
          </a:p>
        </p:txBody>
      </p:sp>
      <p:sp>
        <p:nvSpPr>
          <p:cNvPr id="8" name="正方形/長方形 7">
            <a:extLst>
              <a:ext uri="{FF2B5EF4-FFF2-40B4-BE49-F238E27FC236}">
                <a16:creationId xmlns:a16="http://schemas.microsoft.com/office/drawing/2014/main" id="{2B9C45F7-9118-736E-1EB9-3A7449134FB5}"/>
              </a:ext>
            </a:extLst>
          </p:cNvPr>
          <p:cNvSpPr/>
          <p:nvPr/>
        </p:nvSpPr>
        <p:spPr>
          <a:xfrm>
            <a:off x="4263775" y="3943940"/>
            <a:ext cx="1447068" cy="552450"/>
          </a:xfrm>
          <a:prstGeom prst="rect">
            <a:avLst/>
          </a:prstGeom>
          <a:solidFill>
            <a:schemeClr val="bg2">
              <a:lumMod val="20000"/>
              <a:lumOff val="80000"/>
            </a:schemeClr>
          </a:solidFill>
          <a:ln/>
          <a:effectLst>
            <a:outerShdw blurRad="254000" dist="63500" dir="2999998" rotWithShape="0">
              <a:scrgbClr r="0" g="0" b="0">
                <a:alpha val="20000"/>
              </a:scrgb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 altLang="en-US"/>
              <a:t>Detailed Design</a:t>
            </a:r>
            <a:endParaRPr lang="en-US" altLang="ja-JP"/>
          </a:p>
        </p:txBody>
      </p:sp>
      <p:sp>
        <p:nvSpPr>
          <p:cNvPr id="9" name="正方形/長方形 8">
            <a:extLst>
              <a:ext uri="{FF2B5EF4-FFF2-40B4-BE49-F238E27FC236}">
                <a16:creationId xmlns:a16="http://schemas.microsoft.com/office/drawing/2014/main" id="{A23CCE8F-6523-7764-3407-0376EA34B32C}"/>
              </a:ext>
            </a:extLst>
          </p:cNvPr>
          <p:cNvSpPr/>
          <p:nvPr/>
        </p:nvSpPr>
        <p:spPr>
          <a:xfrm>
            <a:off x="5055391" y="5244821"/>
            <a:ext cx="1447068" cy="552450"/>
          </a:xfrm>
          <a:prstGeom prst="rect">
            <a:avLst/>
          </a:prstGeom>
          <a:solidFill>
            <a:schemeClr val="bg2">
              <a:lumMod val="20000"/>
              <a:lumOff val="80000"/>
            </a:schemeClr>
          </a:solidFill>
          <a:ln/>
          <a:effectLst>
            <a:outerShdw blurRad="254000" dist="63500" dir="2999998" rotWithShape="0">
              <a:scrgbClr r="0" g="0" b="0">
                <a:alpha val="20000"/>
              </a:scrgb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 altLang="en-US"/>
              <a:t>Implementation</a:t>
            </a:r>
            <a:endParaRPr lang="en-US" altLang="ja-JP"/>
          </a:p>
        </p:txBody>
      </p:sp>
      <p:sp>
        <p:nvSpPr>
          <p:cNvPr id="10" name="正方形/長方形 9">
            <a:extLst>
              <a:ext uri="{FF2B5EF4-FFF2-40B4-BE49-F238E27FC236}">
                <a16:creationId xmlns:a16="http://schemas.microsoft.com/office/drawing/2014/main" id="{1C7765F6-B2BD-BD6A-8C34-F1312EDDE128}"/>
              </a:ext>
            </a:extLst>
          </p:cNvPr>
          <p:cNvSpPr/>
          <p:nvPr/>
        </p:nvSpPr>
        <p:spPr>
          <a:xfrm>
            <a:off x="5881047" y="3943940"/>
            <a:ext cx="1447068" cy="552450"/>
          </a:xfrm>
          <a:prstGeom prst="rect">
            <a:avLst/>
          </a:prstGeom>
          <a:solidFill>
            <a:schemeClr val="bg2">
              <a:lumMod val="20000"/>
              <a:lumOff val="80000"/>
            </a:schemeClr>
          </a:solidFill>
          <a:ln/>
          <a:effectLst>
            <a:outerShdw blurRad="254000" dist="63500" dir="2999998" rotWithShape="0">
              <a:scrgbClr r="0" g="0" b="0">
                <a:alpha val="20000"/>
              </a:scrgb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 altLang="en-US"/>
              <a:t>Unit Tests</a:t>
            </a:r>
            <a:endParaRPr lang="en-US" altLang="ja-JP"/>
          </a:p>
        </p:txBody>
      </p:sp>
      <p:sp>
        <p:nvSpPr>
          <p:cNvPr id="11" name="正方形/長方形 10">
            <a:extLst>
              <a:ext uri="{FF2B5EF4-FFF2-40B4-BE49-F238E27FC236}">
                <a16:creationId xmlns:a16="http://schemas.microsoft.com/office/drawing/2014/main" id="{CDBD03AD-CB1E-D72D-2867-9AD885C9E894}"/>
              </a:ext>
            </a:extLst>
          </p:cNvPr>
          <p:cNvSpPr/>
          <p:nvPr/>
        </p:nvSpPr>
        <p:spPr>
          <a:xfrm>
            <a:off x="6706703" y="2937116"/>
            <a:ext cx="1447068" cy="552450"/>
          </a:xfrm>
          <a:prstGeom prst="rect">
            <a:avLst/>
          </a:prstGeom>
          <a:solidFill>
            <a:schemeClr val="bg2">
              <a:lumMod val="20000"/>
              <a:lumOff val="80000"/>
            </a:schemeClr>
          </a:solidFill>
          <a:ln/>
          <a:effectLst>
            <a:outerShdw blurRad="254000" dist="63500" dir="2999998" rotWithShape="0">
              <a:scrgbClr r="0" g="0" b="0">
                <a:alpha val="20000"/>
              </a:scrgb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 altLang="en-US"/>
              <a:t>Bonding Test</a:t>
            </a:r>
            <a:endParaRPr lang="en-US" altLang="ja-JP"/>
          </a:p>
        </p:txBody>
      </p:sp>
      <p:sp>
        <p:nvSpPr>
          <p:cNvPr id="12" name="正方形/長方形 11">
            <a:extLst>
              <a:ext uri="{FF2B5EF4-FFF2-40B4-BE49-F238E27FC236}">
                <a16:creationId xmlns:a16="http://schemas.microsoft.com/office/drawing/2014/main" id="{AADB9500-D771-10AC-85BF-E25AA1C14D58}"/>
              </a:ext>
            </a:extLst>
          </p:cNvPr>
          <p:cNvSpPr/>
          <p:nvPr/>
        </p:nvSpPr>
        <p:spPr>
          <a:xfrm>
            <a:off x="7532358" y="1813983"/>
            <a:ext cx="1447068" cy="552450"/>
          </a:xfrm>
          <a:prstGeom prst="rect">
            <a:avLst/>
          </a:prstGeom>
          <a:solidFill>
            <a:schemeClr val="bg1"/>
          </a:solidFill>
          <a:ln/>
          <a:effectLst>
            <a:outerShdw blurRad="254000" dist="63500" dir="2999998" rotWithShape="0">
              <a:scrgbClr r="0" g="0" b="0">
                <a:alpha val="20000"/>
              </a:scrgb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 altLang="en-US"/>
              <a:t>System Testing</a:t>
            </a:r>
            <a:endParaRPr lang="en-US" altLang="ja-JP"/>
          </a:p>
        </p:txBody>
      </p:sp>
      <p:cxnSp>
        <p:nvCxnSpPr>
          <p:cNvPr id="21" name="直線コネクタ 20">
            <a:extLst>
              <a:ext uri="{FF2B5EF4-FFF2-40B4-BE49-F238E27FC236}">
                <a16:creationId xmlns:a16="http://schemas.microsoft.com/office/drawing/2014/main" id="{417DBE9E-67CE-FB66-77C6-070B5590B386}"/>
              </a:ext>
            </a:extLst>
          </p:cNvPr>
          <p:cNvCxnSpPr>
            <a:cxnSpLocks/>
          </p:cNvCxnSpPr>
          <p:nvPr/>
        </p:nvCxnSpPr>
        <p:spPr>
          <a:xfrm>
            <a:off x="627797" y="2740962"/>
            <a:ext cx="9811987" cy="0"/>
          </a:xfrm>
          <a:prstGeom prst="line">
            <a:avLst/>
          </a:prstGeom>
          <a:ln w="19050">
            <a:solidFill>
              <a:schemeClr val="bg2"/>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3" name="矢印: 上 22">
            <a:extLst>
              <a:ext uri="{FF2B5EF4-FFF2-40B4-BE49-F238E27FC236}">
                <a16:creationId xmlns:a16="http://schemas.microsoft.com/office/drawing/2014/main" id="{E4945AFC-8E81-776E-B779-9E8D70C7480B}"/>
              </a:ext>
            </a:extLst>
          </p:cNvPr>
          <p:cNvSpPr/>
          <p:nvPr/>
        </p:nvSpPr>
        <p:spPr>
          <a:xfrm>
            <a:off x="1793680" y="2304098"/>
            <a:ext cx="367527" cy="336429"/>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矢印: 上 24">
            <a:extLst>
              <a:ext uri="{FF2B5EF4-FFF2-40B4-BE49-F238E27FC236}">
                <a16:creationId xmlns:a16="http://schemas.microsoft.com/office/drawing/2014/main" id="{AECE575B-AA5C-A541-6901-B073DE83A517}"/>
              </a:ext>
            </a:extLst>
          </p:cNvPr>
          <p:cNvSpPr/>
          <p:nvPr/>
        </p:nvSpPr>
        <p:spPr>
          <a:xfrm flipV="1">
            <a:off x="1793679" y="2837808"/>
            <a:ext cx="367527" cy="336429"/>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4C081000-54A9-FDD2-6055-8BA86AA87718}"/>
              </a:ext>
            </a:extLst>
          </p:cNvPr>
          <p:cNvSpPr txBox="1"/>
          <p:nvPr/>
        </p:nvSpPr>
        <p:spPr>
          <a:xfrm>
            <a:off x="467882" y="545986"/>
            <a:ext cx="11168493" cy="646331"/>
          </a:xfrm>
          <a:prstGeom prst="rect">
            <a:avLst/>
          </a:prstGeom>
          <a:noFill/>
        </p:spPr>
        <p:txBody>
          <a:bodyPr wrap="square">
            <a:spAutoFit/>
          </a:bodyPr>
          <a:lstStyle/>
          <a:p>
            <a:r>
              <a:rPr lang="en" altLang="en-US" u="sng">
                <a:latin typeface="+mn-ea"/>
              </a:rPr>
              <a:t>・Differential development </a:t>
            </a:r>
            <a:r>
              <a:rPr lang="en" altLang="en-US">
                <a:latin typeface="+mn-ea"/>
              </a:rPr>
              <a:t>is carried out using waterfall (V-shaped model) (basically, design document revision, implementation, and testing are only for differential support)</a:t>
            </a:r>
            <a:endParaRPr lang="en-US" altLang="ja-JP">
              <a:latin typeface="+mn-ea"/>
            </a:endParaRPr>
          </a:p>
          <a:p>
            <a:r>
              <a:rPr lang="en" altLang="en-US">
                <a:latin typeface="+mn-ea"/>
              </a:rPr>
              <a:t>・Conduct creation and review for each process to determine whether DNJP will proceed to the next process.</a:t>
            </a:r>
          </a:p>
        </p:txBody>
      </p:sp>
      <p:sp>
        <p:nvSpPr>
          <p:cNvPr id="50" name="テキスト ボックス 49">
            <a:extLst>
              <a:ext uri="{FF2B5EF4-FFF2-40B4-BE49-F238E27FC236}">
                <a16:creationId xmlns:a16="http://schemas.microsoft.com/office/drawing/2014/main" id="{B3ACD16F-DEC8-AE90-3275-03CB157C8D11}"/>
              </a:ext>
            </a:extLst>
          </p:cNvPr>
          <p:cNvSpPr txBox="1"/>
          <p:nvPr/>
        </p:nvSpPr>
        <p:spPr>
          <a:xfrm>
            <a:off x="-31182" y="1652798"/>
            <a:ext cx="2120829" cy="1015663"/>
          </a:xfrm>
          <a:prstGeom prst="rect">
            <a:avLst/>
          </a:prstGeom>
          <a:noFill/>
        </p:spPr>
        <p:txBody>
          <a:bodyPr wrap="square">
            <a:spAutoFit/>
          </a:bodyPr>
          <a:lstStyle/>
          <a:p>
            <a:r>
              <a:rPr lang="en" altLang="ja-JP" sz="1200">
                <a:latin typeface="+mn-ea"/>
              </a:rPr>
              <a:t>[System T]</a:t>
            </a:r>
          </a:p>
          <a:p>
            <a:r>
              <a:rPr lang="en" altLang="en-US" sz="1200">
                <a:latin typeface="+mn-ea"/>
              </a:rPr>
              <a:t>Specification development, whole system,</a:t>
            </a:r>
            <a:endParaRPr lang="en-US" altLang="ja-JP" sz="1200">
              <a:latin typeface="+mn-ea"/>
            </a:endParaRPr>
          </a:p>
          <a:p>
            <a:r>
              <a:rPr lang="en" altLang="en-US" sz="1200">
                <a:latin typeface="+mn-ea"/>
              </a:rPr>
              <a:t>Responsible for regression evaluation</a:t>
            </a:r>
            <a:endParaRPr lang="en-US" altLang="ja-JP" sz="1200">
              <a:latin typeface="+mn-ea"/>
            </a:endParaRPr>
          </a:p>
        </p:txBody>
      </p:sp>
      <p:sp>
        <p:nvSpPr>
          <p:cNvPr id="24" name="吹き出し: 四角形 23">
            <a:extLst>
              <a:ext uri="{FF2B5EF4-FFF2-40B4-BE49-F238E27FC236}">
                <a16:creationId xmlns:a16="http://schemas.microsoft.com/office/drawing/2014/main" id="{30F0A29B-DECD-BD37-F342-C66BD25E0BF3}"/>
              </a:ext>
            </a:extLst>
          </p:cNvPr>
          <p:cNvSpPr/>
          <p:nvPr/>
        </p:nvSpPr>
        <p:spPr>
          <a:xfrm>
            <a:off x="8555207" y="2974076"/>
            <a:ext cx="3217163" cy="664293"/>
          </a:xfrm>
          <a:prstGeom prst="wedgeRectCallout">
            <a:avLst>
              <a:gd name="adj1" fmla="val -65780"/>
              <a:gd name="adj2" fmla="val -243"/>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en-US" sz="1400">
                <a:solidFill>
                  <a:sysClr val="windowText" lastClr="000000"/>
                </a:solidFill>
              </a:rPr>
              <a:t>Conduct an evaluation using a vehicle simulation tool (no actual vehicle evaluation)</a:t>
            </a:r>
          </a:p>
        </p:txBody>
      </p:sp>
      <p:sp>
        <p:nvSpPr>
          <p:cNvPr id="35" name="テキスト ボックス 34">
            <a:extLst>
              <a:ext uri="{FF2B5EF4-FFF2-40B4-BE49-F238E27FC236}">
                <a16:creationId xmlns:a16="http://schemas.microsoft.com/office/drawing/2014/main" id="{4488045E-AC00-6982-35AA-40A9703FC054}"/>
              </a:ext>
            </a:extLst>
          </p:cNvPr>
          <p:cNvSpPr txBox="1"/>
          <p:nvPr/>
        </p:nvSpPr>
        <p:spPr>
          <a:xfrm>
            <a:off x="627797" y="3241446"/>
            <a:ext cx="2120829" cy="1169551"/>
          </a:xfrm>
          <a:prstGeom prst="rect">
            <a:avLst/>
          </a:prstGeom>
          <a:noFill/>
        </p:spPr>
        <p:txBody>
          <a:bodyPr wrap="square">
            <a:spAutoFit/>
          </a:bodyPr>
          <a:lstStyle/>
          <a:p>
            <a:r>
              <a:rPr lang="en" altLang="ja-JP" sz="1400">
                <a:solidFill>
                  <a:schemeClr val="bg2"/>
                </a:solidFill>
                <a:latin typeface="+mn-ea"/>
              </a:rPr>
              <a:t>[SDK Development T]</a:t>
            </a:r>
          </a:p>
          <a:p>
            <a:r>
              <a:rPr lang="en" altLang="ja-JP" sz="1400" b="1">
                <a:solidFill>
                  <a:schemeClr val="bg2"/>
                </a:solidFill>
                <a:latin typeface="+mn-ea"/>
              </a:rPr>
              <a:t>SDK changes</a:t>
            </a:r>
            <a:endParaRPr lang="en-US" altLang="ja-JP" sz="1400" b="1">
              <a:solidFill>
                <a:schemeClr val="bg2"/>
              </a:solidFill>
              <a:latin typeface="+mn-ea"/>
            </a:endParaRPr>
          </a:p>
          <a:p>
            <a:r>
              <a:rPr lang="en" altLang="en-US" sz="1400">
                <a:solidFill>
                  <a:schemeClr val="bg2"/>
                </a:solidFill>
                <a:latin typeface="+mn-ea"/>
              </a:rPr>
              <a:t>Responsible for design, implementation, and evaluation</a:t>
            </a:r>
            <a:endParaRPr lang="en-US" altLang="ja-JP" sz="1400">
              <a:solidFill>
                <a:schemeClr val="bg2"/>
              </a:solidFill>
              <a:latin typeface="+mn-ea"/>
            </a:endParaRPr>
          </a:p>
        </p:txBody>
      </p:sp>
    </p:spTree>
    <p:extLst>
      <p:ext uri="{BB962C8B-B14F-4D97-AF65-F5344CB8AC3E}">
        <p14:creationId xmlns:p14="http://schemas.microsoft.com/office/powerpoint/2010/main" val="3268312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51B8BD0-9394-1E55-B9D2-D28F9FE6DCA5}"/>
              </a:ext>
            </a:extLst>
          </p:cNvPr>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3" name="スライド番号プレースホルダー 2">
            <a:extLst>
              <a:ext uri="{FF2B5EF4-FFF2-40B4-BE49-F238E27FC236}">
                <a16:creationId xmlns:a16="http://schemas.microsoft.com/office/drawing/2014/main" id="{346CC508-A569-2DEF-7F63-F25C2A347829}"/>
              </a:ext>
            </a:extLst>
          </p:cNvPr>
          <p:cNvSpPr>
            <a:spLocks noGrp="1"/>
          </p:cNvSpPr>
          <p:nvPr>
            <p:ph type="sldNum" sz="quarter" idx="11"/>
          </p:nvPr>
        </p:nvSpPr>
        <p:spPr/>
        <p:txBody>
          <a:bodyPr/>
          <a:lstStyle/>
          <a:p>
            <a:fld id="{A4345066-4952-40C1-BC8B-CE2851EC3EF2}" type="slidenum">
              <a:rPr lang="ja-JP" altLang="en-US" smtClean="0">
                <a:solidFill>
                  <a:schemeClr val="bg1">
                    <a:lumMod val="65000"/>
                  </a:schemeClr>
                </a:solidFill>
                <a:ea typeface="Yu Gothic UI Light" panose="020B0300000000000000" pitchFamily="50" charset="-128"/>
              </a:rPr>
              <a:pPr/>
              <a:t>8</a:t>
            </a:fld>
            <a:endParaRPr lang="en-US" altLang="ja-JP" sz="900">
              <a:solidFill>
                <a:schemeClr val="bg1">
                  <a:lumMod val="65000"/>
                </a:schemeClr>
              </a:solidFill>
              <a:ea typeface="Yu Gothic UI Light" panose="020B0300000000000000" pitchFamily="50" charset="-128"/>
            </a:endParaRPr>
          </a:p>
        </p:txBody>
      </p:sp>
      <p:sp>
        <p:nvSpPr>
          <p:cNvPr id="4" name="テキスト プレースホルダー 3">
            <a:extLst>
              <a:ext uri="{FF2B5EF4-FFF2-40B4-BE49-F238E27FC236}">
                <a16:creationId xmlns:a16="http://schemas.microsoft.com/office/drawing/2014/main" id="{C6808F17-F388-1097-E51F-C14B313A754B}"/>
              </a:ext>
            </a:extLst>
          </p:cNvPr>
          <p:cNvSpPr>
            <a:spLocks noGrp="1"/>
          </p:cNvSpPr>
          <p:nvPr>
            <p:ph type="body" sz="quarter" idx="16"/>
          </p:nvPr>
        </p:nvSpPr>
        <p:spPr/>
        <p:txBody>
          <a:bodyPr/>
          <a:lstStyle/>
          <a:p>
            <a:endParaRPr kumimoji="1" lang="ja-JP" altLang="en-US"/>
          </a:p>
        </p:txBody>
      </p:sp>
      <p:sp>
        <p:nvSpPr>
          <p:cNvPr id="5" name="タイトル 4">
            <a:extLst>
              <a:ext uri="{FF2B5EF4-FFF2-40B4-BE49-F238E27FC236}">
                <a16:creationId xmlns:a16="http://schemas.microsoft.com/office/drawing/2014/main" id="{3D2B209A-2295-FF17-5089-C3E322A33F59}"/>
              </a:ext>
            </a:extLst>
          </p:cNvPr>
          <p:cNvSpPr>
            <a:spLocks noGrp="1"/>
          </p:cNvSpPr>
          <p:nvPr>
            <p:ph type="title"/>
          </p:nvPr>
        </p:nvSpPr>
        <p:spPr>
          <a:xfrm>
            <a:off x="-185877" y="167318"/>
            <a:ext cx="10806252" cy="921353"/>
          </a:xfrm>
        </p:spPr>
        <p:txBody>
          <a:bodyPr/>
          <a:lstStyle/>
          <a:p>
            <a:r>
              <a:rPr lang="en" altLang="ja-JP" sz="2400"/>
              <a:t>6. (1) List of SDK Changes, Maintenance and Development Deliverables 1</a:t>
            </a:r>
            <a:endParaRPr kumimoji="1" lang="ja-JP" altLang="en-US" sz="2400"/>
          </a:p>
        </p:txBody>
      </p:sp>
      <p:graphicFrame>
        <p:nvGraphicFramePr>
          <p:cNvPr id="6" name="表 5">
            <a:extLst>
              <a:ext uri="{FF2B5EF4-FFF2-40B4-BE49-F238E27FC236}">
                <a16:creationId xmlns:a16="http://schemas.microsoft.com/office/drawing/2014/main" id="{EA1897D7-C1E1-91FD-5234-D4AC46EDDF08}"/>
              </a:ext>
            </a:extLst>
          </p:cNvPr>
          <p:cNvGraphicFramePr>
            <a:graphicFrameLocks noGrp="1"/>
          </p:cNvGraphicFramePr>
          <p:nvPr>
            <p:extLst>
              <p:ext uri="{D42A27DB-BD31-4B8C-83A1-F6EECF244321}">
                <p14:modId xmlns:p14="http://schemas.microsoft.com/office/powerpoint/2010/main" val="3899352912"/>
              </p:ext>
            </p:extLst>
          </p:nvPr>
        </p:nvGraphicFramePr>
        <p:xfrm>
          <a:off x="319103" y="727442"/>
          <a:ext cx="11452194" cy="10805160"/>
        </p:xfrm>
        <a:graphic>
          <a:graphicData uri="http://schemas.openxmlformats.org/drawingml/2006/table">
            <a:tbl>
              <a:tblPr firstRow="1" bandRow="1">
                <a:tableStyleId>{5940675A-B579-460E-94D1-54222C63F5DA}</a:tableStyleId>
              </a:tblPr>
              <a:tblGrid>
                <a:gridCol w="1255697">
                  <a:extLst>
                    <a:ext uri="{9D8B030D-6E8A-4147-A177-3AD203B41FA5}">
                      <a16:colId xmlns:a16="http://schemas.microsoft.com/office/drawing/2014/main" val="3693845857"/>
                    </a:ext>
                  </a:extLst>
                </a:gridCol>
                <a:gridCol w="4076700">
                  <a:extLst>
                    <a:ext uri="{9D8B030D-6E8A-4147-A177-3AD203B41FA5}">
                      <a16:colId xmlns:a16="http://schemas.microsoft.com/office/drawing/2014/main" val="439317933"/>
                    </a:ext>
                  </a:extLst>
                </a:gridCol>
                <a:gridCol w="1035050">
                  <a:extLst>
                    <a:ext uri="{9D8B030D-6E8A-4147-A177-3AD203B41FA5}">
                      <a16:colId xmlns:a16="http://schemas.microsoft.com/office/drawing/2014/main" val="4001105269"/>
                    </a:ext>
                  </a:extLst>
                </a:gridCol>
                <a:gridCol w="5084747">
                  <a:extLst>
                    <a:ext uri="{9D8B030D-6E8A-4147-A177-3AD203B41FA5}">
                      <a16:colId xmlns:a16="http://schemas.microsoft.com/office/drawing/2014/main" val="1865701614"/>
                    </a:ext>
                  </a:extLst>
                </a:gridCol>
              </a:tblGrid>
              <a:tr h="277143">
                <a:tc>
                  <a:txBody>
                    <a:bodyPr/>
                    <a:lstStyle/>
                    <a:p>
                      <a:r>
                        <a:rPr kumimoji="1" lang="en" altLang="en-US" sz="1400">
                          <a:latin typeface="+mn-ea"/>
                          <a:ea typeface="+mn-ea"/>
                        </a:rPr>
                        <a:t>Engineering</a:t>
                      </a:r>
                    </a:p>
                  </a:txBody>
                  <a:tcPr>
                    <a:solidFill>
                      <a:schemeClr val="bg1">
                        <a:lumMod val="85000"/>
                      </a:schemeClr>
                    </a:solidFill>
                  </a:tcPr>
                </a:tc>
                <a:tc>
                  <a:txBody>
                    <a:bodyPr/>
                    <a:lstStyle/>
                    <a:p>
                      <a:r>
                        <a:rPr kumimoji="1" lang="en" altLang="en-US" sz="1400">
                          <a:latin typeface="+mn-ea"/>
                          <a:ea typeface="+mn-ea"/>
                        </a:rPr>
                        <a:t>Deliverables</a:t>
                      </a:r>
                    </a:p>
                  </a:txBody>
                  <a:tcPr>
                    <a:solidFill>
                      <a:schemeClr val="bg1">
                        <a:lumMod val="85000"/>
                      </a:schemeClr>
                    </a:solidFill>
                  </a:tcPr>
                </a:tc>
                <a:tc>
                  <a:txBody>
                    <a:bodyPr/>
                    <a:lstStyle/>
                    <a:p>
                      <a:r>
                        <a:rPr kumimoji="1" lang="en" altLang="en-US" sz="1400">
                          <a:latin typeface="+mn-ea"/>
                          <a:ea typeface="+mn-ea"/>
                        </a:rPr>
                        <a:t>Classification</a:t>
                      </a:r>
                    </a:p>
                  </a:txBody>
                  <a:tcPr>
                    <a:solidFill>
                      <a:schemeClr val="bg1">
                        <a:lumMod val="85000"/>
                      </a:schemeClr>
                    </a:solidFill>
                  </a:tcPr>
                </a:tc>
                <a:tc>
                  <a:txBody>
                    <a:bodyPr/>
                    <a:lstStyle/>
                    <a:p>
                      <a:r>
                        <a:rPr kumimoji="1" lang="en" altLang="en-US" sz="1400">
                          <a:latin typeface="+mn-ea"/>
                          <a:ea typeface="+mn-ea"/>
                        </a:rPr>
                        <a:t>Deliverables Overview</a:t>
                      </a:r>
                    </a:p>
                  </a:txBody>
                  <a:tcPr>
                    <a:solidFill>
                      <a:schemeClr val="bg1">
                        <a:lumMod val="85000"/>
                      </a:schemeClr>
                    </a:solidFill>
                  </a:tcPr>
                </a:tc>
                <a:extLst>
                  <a:ext uri="{0D108BD9-81ED-4DB2-BD59-A6C34878D82A}">
                    <a16:rowId xmlns:a16="http://schemas.microsoft.com/office/drawing/2014/main" val="2776692736"/>
                  </a:ext>
                </a:extLst>
              </a:tr>
              <a:tr h="0">
                <a:tc rowSpan="3">
                  <a:txBody>
                    <a:bodyPr/>
                    <a:lstStyle/>
                    <a:p>
                      <a:r>
                        <a:rPr kumimoji="1" lang="en" altLang="en-US" sz="1100">
                          <a:latin typeface="+mn-ea"/>
                          <a:ea typeface="+mn-ea"/>
                        </a:rPr>
                        <a:t>Before the basic design begins</a:t>
                      </a:r>
                    </a:p>
                  </a:txBody>
                  <a:tcPr>
                    <a:noFill/>
                  </a:tcPr>
                </a:tc>
                <a:tc>
                  <a:txBody>
                    <a:bodyPr/>
                    <a:lstStyle/>
                    <a:p>
                      <a:r>
                        <a:rPr kumimoji="1" lang="en" altLang="ja-JP" sz="1100">
                          <a:latin typeface="+mn-ea"/>
                          <a:ea typeface="+mn-ea"/>
                        </a:rPr>
                        <a:t>OS version upgrade survey report</a:t>
                      </a:r>
                    </a:p>
                  </a:txBody>
                  <a:tcPr>
                    <a:noFill/>
                  </a:tcPr>
                </a:tc>
                <a:tc>
                  <a:txBody>
                    <a:bodyPr/>
                    <a:lstStyle/>
                    <a:p>
                      <a:r>
                        <a:rPr kumimoji="1" lang="en" altLang="en-US" sz="1100">
                          <a:latin typeface="+mn-ea"/>
                          <a:ea typeface="+mn-ea"/>
                        </a:rPr>
                        <a:t>Internal Information</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ja-JP" sz="1100">
                          <a:solidFill>
                            <a:schemeClr val="tx1"/>
                          </a:solidFill>
                          <a:latin typeface="+mn-ea"/>
                          <a:ea typeface="+mn-ea"/>
                        </a:rPr>
                        <a:t>A report that investigates changes to the new OS from the official websites of Google and Apple, and summarizes the changes and impacts</a:t>
                      </a:r>
                      <a:endParaRPr kumimoji="1" lang="ja-JP" altLang="en-US" sz="1100" b="1">
                        <a:solidFill>
                          <a:schemeClr val="tx1"/>
                        </a:solidFill>
                        <a:latin typeface="+mn-ea"/>
                        <a:ea typeface="+mn-ea"/>
                      </a:endParaRPr>
                    </a:p>
                  </a:txBody>
                  <a:tcPr>
                    <a:noFill/>
                  </a:tcPr>
                </a:tc>
                <a:extLst>
                  <a:ext uri="{0D108BD9-81ED-4DB2-BD59-A6C34878D82A}">
                    <a16:rowId xmlns:a16="http://schemas.microsoft.com/office/drawing/2014/main" val="172468131"/>
                  </a:ext>
                </a:extLst>
              </a:tr>
              <a:tr h="0">
                <a:tc vMerge="1">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endParaRPr kumimoji="1" lang="ja-JP" altLang="en-US" sz="1100">
                        <a:latin typeface="+mn-ea"/>
                        <a:ea typeface="+mn-ea"/>
                      </a:endParaRPr>
                    </a:p>
                  </a:txBody>
                  <a:tcPr>
                    <a:noFill/>
                  </a:tcPr>
                </a:tc>
                <a:tc>
                  <a:txBody>
                    <a:bodyPr/>
                    <a:lstStyle/>
                    <a:p>
                      <a:r>
                        <a:rPr kumimoji="1" lang="en" altLang="zh-TW" sz="1100">
                          <a:latin typeface="+mn-ea"/>
                          <a:ea typeface="+mn-ea"/>
                        </a:rPr>
                        <a:t>DA Renewal Impact Survey Report</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Internal Information</a:t>
                      </a:r>
                    </a:p>
                  </a:txBody>
                  <a:tcPr>
                    <a:noFill/>
                  </a:tcPr>
                </a:tc>
                <a:tc>
                  <a:txBody>
                    <a:bodyPr/>
                    <a:lstStyle/>
                    <a:p>
                      <a:r>
                        <a:rPr kumimoji="1" lang="en" altLang="ja-JP" sz="1100">
                          <a:latin typeface="+mn-ea"/>
                          <a:ea typeface="+mn-ea"/>
                        </a:rPr>
                        <a:t>A report that reviews DA software and documentation released by IDEMIA and summarizes the impact</a:t>
                      </a:r>
                    </a:p>
                  </a:txBody>
                  <a:tcPr>
                    <a:noFill/>
                  </a:tcPr>
                </a:tc>
                <a:extLst>
                  <a:ext uri="{0D108BD9-81ED-4DB2-BD59-A6C34878D82A}">
                    <a16:rowId xmlns:a16="http://schemas.microsoft.com/office/drawing/2014/main" val="1056129072"/>
                  </a:ext>
                </a:extLst>
              </a:tr>
              <a:tr h="145048">
                <a:tc vMerge="1">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endParaRPr kumimoji="1" lang="ja-JP" altLang="en-US" sz="1100">
                        <a:latin typeface="+mn-ea"/>
                        <a:ea typeface="+mn-ea"/>
                      </a:endParaRPr>
                    </a:p>
                  </a:txBody>
                  <a:tcPr>
                    <a:noFill/>
                  </a:tcPr>
                </a:tc>
                <a:tc>
                  <a:txBody>
                    <a:bodyPr/>
                    <a:lstStyle/>
                    <a:p>
                      <a:r>
                        <a:rPr kumimoji="1" lang="en" altLang="en-US" sz="1100">
                          <a:latin typeface="+mn-ea"/>
                          <a:ea typeface="+mn-ea"/>
                        </a:rPr>
                        <a:t>Development man-hours estimate, development schedule</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Internal Information</a:t>
                      </a:r>
                    </a:p>
                  </a:txBody>
                  <a:tcPr>
                    <a:noFill/>
                  </a:tcPr>
                </a:tc>
                <a:tc>
                  <a:txBody>
                    <a:bodyPr/>
                    <a:lstStyle/>
                    <a:p>
                      <a:r>
                        <a:rPr kumimoji="1" lang="en" altLang="ja-JP" sz="1100">
                          <a:latin typeface="+mn-ea"/>
                          <a:ea typeface="+mn-ea"/>
                        </a:rPr>
                        <a:t>Estimates calculated from OS changes and specifications and documents planned based on them</a:t>
                      </a:r>
                    </a:p>
                  </a:txBody>
                  <a:tcPr>
                    <a:noFill/>
                  </a:tcPr>
                </a:tc>
                <a:extLst>
                  <a:ext uri="{0D108BD9-81ED-4DB2-BD59-A6C34878D82A}">
                    <a16:rowId xmlns:a16="http://schemas.microsoft.com/office/drawing/2014/main" val="315743736"/>
                  </a:ext>
                </a:extLst>
              </a:tr>
              <a:tr h="120918">
                <a:tc rowSpan="2">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Basic Design</a:t>
                      </a:r>
                    </a:p>
                  </a:txBody>
                  <a:tcPr>
                    <a:noFill/>
                  </a:tcPr>
                </a:tc>
                <a:tc>
                  <a:txBody>
                    <a:bodyPr/>
                    <a:lstStyle/>
                    <a:p>
                      <a:r>
                        <a:rPr kumimoji="1" lang="en" altLang="en-US" sz="1100">
                          <a:latin typeface="+mn-ea"/>
                          <a:ea typeface="+mn-ea"/>
                        </a:rPr>
                        <a:t>Basic design document (core SDK, control SDK, respectively)</a:t>
                      </a:r>
                    </a:p>
                  </a:txBody>
                  <a:tcPr>
                    <a:noFill/>
                  </a:tcPr>
                </a:tc>
                <a:tc>
                  <a:txBody>
                    <a:bodyPr/>
                    <a:lstStyle/>
                    <a:p>
                      <a:r>
                        <a:rPr kumimoji="1" lang="en" altLang="en-US" sz="1100">
                          <a:latin typeface="+mn-ea"/>
                          <a:ea typeface="+mn-ea"/>
                        </a:rPr>
                        <a:t>Quality Assurance Evidence</a:t>
                      </a:r>
                    </a:p>
                  </a:txBody>
                  <a:tcPr>
                    <a:noFill/>
                  </a:tcPr>
                </a:tc>
                <a:tc>
                  <a:txBody>
                    <a:bodyPr/>
                    <a:lstStyle/>
                    <a:p>
                      <a:r>
                        <a:rPr kumimoji="1" lang="en" altLang="en-US" sz="1100">
                          <a:latin typeface="+mn-ea"/>
                          <a:ea typeface="+mn-ea"/>
                        </a:rPr>
                        <a:t>A basic design document that reflects the results of the design for the changes</a:t>
                      </a:r>
                    </a:p>
                  </a:txBody>
                  <a:tcPr>
                    <a:noFill/>
                  </a:tcPr>
                </a:tc>
                <a:extLst>
                  <a:ext uri="{0D108BD9-81ED-4DB2-BD59-A6C34878D82A}">
                    <a16:rowId xmlns:a16="http://schemas.microsoft.com/office/drawing/2014/main" val="2431423972"/>
                  </a:ext>
                </a:extLst>
              </a:tr>
              <a:tr h="0">
                <a:tc vMerge="1">
                  <a:txBody>
                    <a:bodyPr/>
                    <a:lstStyle/>
                    <a:p>
                      <a:endParaRPr kumimoji="1" lang="ja-JP" altLang="en-US" sz="1100">
                        <a:latin typeface="+mn-ea"/>
                        <a:ea typeface="+mn-ea"/>
                      </a:endParaRPr>
                    </a:p>
                  </a:txBody>
                  <a:tcPr>
                    <a:noFill/>
                  </a:tcPr>
                </a:tc>
                <a:tc>
                  <a:txBody>
                    <a:bodyPr/>
                    <a:lstStyle/>
                    <a:p>
                      <a:r>
                        <a:rPr kumimoji="1" lang="en" altLang="en-US" sz="1100">
                          <a:latin typeface="+mn-ea"/>
                          <a:ea typeface="+mn-ea"/>
                        </a:rPr>
                        <a:t>Review Minutes</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Quality Assurance Evidence</a:t>
                      </a:r>
                    </a:p>
                  </a:txBody>
                  <a:tcPr>
                    <a:noFill/>
                  </a:tcPr>
                </a:tc>
                <a:tc>
                  <a:txBody>
                    <a:bodyPr/>
                    <a:lstStyle/>
                    <a:p>
                      <a:r>
                        <a:rPr kumimoji="1" lang="en" altLang="en-US" sz="1100">
                          <a:latin typeface="+mn-ea"/>
                          <a:ea typeface="+mn-ea"/>
                        </a:rPr>
                        <a:t>Evidence that the process was completed correctly</a:t>
                      </a:r>
                    </a:p>
                  </a:txBody>
                  <a:tcPr>
                    <a:noFill/>
                  </a:tcPr>
                </a:tc>
                <a:extLst>
                  <a:ext uri="{0D108BD9-81ED-4DB2-BD59-A6C34878D82A}">
                    <a16:rowId xmlns:a16="http://schemas.microsoft.com/office/drawing/2014/main" val="91489345"/>
                  </a:ext>
                </a:extLst>
              </a:tr>
              <a:tr h="0">
                <a:tc rowSpan="3">
                  <a:txBody>
                    <a:bodyPr/>
                    <a:lstStyle/>
                    <a:p>
                      <a:r>
                        <a:rPr kumimoji="1" lang="en" altLang="en-US" sz="1100">
                          <a:latin typeface="+mn-ea"/>
                          <a:ea typeface="+mn-ea"/>
                        </a:rPr>
                        <a:t>Detailed Design</a:t>
                      </a:r>
                    </a:p>
                  </a:txBody>
                  <a:tcPr>
                    <a:noFill/>
                  </a:tcPr>
                </a:tc>
                <a:tc>
                  <a:txBody>
                    <a:bodyPr/>
                    <a:lstStyle/>
                    <a:p>
                      <a:r>
                        <a:rPr kumimoji="1" lang="en" altLang="en-US" sz="1100">
                          <a:latin typeface="+mn-ea"/>
                          <a:ea typeface="+mn-ea"/>
                        </a:rPr>
                        <a:t>Detailed design documents (core SDK, control SDK, respectively)</a:t>
                      </a:r>
                    </a:p>
                  </a:txBody>
                  <a:tcPr>
                    <a:noFill/>
                  </a:tcPr>
                </a:tc>
                <a:tc>
                  <a:txBody>
                    <a:bodyPr/>
                    <a:lstStyle/>
                    <a:p>
                      <a:r>
                        <a:rPr kumimoji="1" lang="en" altLang="en-US" sz="1100">
                          <a:latin typeface="+mn-ea"/>
                          <a:ea typeface="+mn-ea"/>
                        </a:rPr>
                        <a:t>Quality Assurance Evidence</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A detailed design document that reflects the results of the design for the changes</a:t>
                      </a:r>
                    </a:p>
                  </a:txBody>
                  <a:tcPr>
                    <a:noFill/>
                  </a:tcPr>
                </a:tc>
                <a:extLst>
                  <a:ext uri="{0D108BD9-81ED-4DB2-BD59-A6C34878D82A}">
                    <a16:rowId xmlns:a16="http://schemas.microsoft.com/office/drawing/2014/main" val="1886124964"/>
                  </a:ext>
                </a:extLst>
              </a:tr>
              <a:tr h="0">
                <a:tc vMerge="1">
                  <a:txBody>
                    <a:bodyPr/>
                    <a:lstStyle/>
                    <a:p>
                      <a:endParaRPr kumimoji="1" lang="ja-JP" altLang="en-US" sz="1100">
                        <a:latin typeface="+mn-ea"/>
                        <a:ea typeface="+mn-ea"/>
                      </a:endParaRPr>
                    </a:p>
                  </a:txBody>
                  <a:tcPr>
                    <a:noFill/>
                  </a:tcPr>
                </a:tc>
                <a:tc>
                  <a:txBody>
                    <a:bodyPr/>
                    <a:lstStyle/>
                    <a:p>
                      <a:r>
                        <a:rPr kumimoji="1" lang="en" altLang="ja-JP" sz="1100">
                          <a:latin typeface="+mn-ea"/>
                          <a:ea typeface="+mn-ea"/>
                        </a:rPr>
                        <a:t>DRBFM</a:t>
                      </a:r>
                      <a:endParaRPr kumimoji="1" lang="ja-JP" altLang="en-US" sz="1100">
                        <a:latin typeface="+mn-ea"/>
                        <a:ea typeface="+mn-ea"/>
                      </a:endParaRP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Quality Assurance Evidence</a:t>
                      </a:r>
                    </a:p>
                  </a:txBody>
                  <a:tcPr>
                    <a:noFill/>
                  </a:tcPr>
                </a:tc>
                <a:tc>
                  <a:txBody>
                    <a:bodyPr/>
                    <a:lstStyle/>
                    <a:p>
                      <a:r>
                        <a:rPr kumimoji="1" lang="en" altLang="en-US" sz="1100">
                          <a:latin typeface="+mn-ea"/>
                          <a:ea typeface="+mn-ea"/>
                        </a:rPr>
                        <a:t>A worksheet summarizing concerns and countermeasures for changes (DNJP specified format)</a:t>
                      </a:r>
                    </a:p>
                  </a:txBody>
                  <a:tcPr>
                    <a:noFill/>
                  </a:tcPr>
                </a:tc>
                <a:extLst>
                  <a:ext uri="{0D108BD9-81ED-4DB2-BD59-A6C34878D82A}">
                    <a16:rowId xmlns:a16="http://schemas.microsoft.com/office/drawing/2014/main" val="1447882929"/>
                  </a:ext>
                </a:extLst>
              </a:tr>
              <a:tr h="145048">
                <a:tc vMerge="1">
                  <a:txBody>
                    <a:bodyPr/>
                    <a:lstStyle/>
                    <a:p>
                      <a:endParaRPr kumimoji="1" lang="ja-JP" altLang="en-US" sz="1100">
                        <a:latin typeface="+mn-ea"/>
                        <a:ea typeface="+mn-ea"/>
                      </a:endParaRP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Review Minutes</a:t>
                      </a:r>
                    </a:p>
                  </a:txBody>
                  <a:tcPr>
                    <a:noFill/>
                  </a:tcPr>
                </a:tc>
                <a:tc>
                  <a:txBody>
                    <a:bodyPr/>
                    <a:lstStyle/>
                    <a:p>
                      <a:r>
                        <a:rPr kumimoji="1" lang="en" altLang="en-US" sz="1100">
                          <a:latin typeface="+mn-ea"/>
                          <a:ea typeface="+mn-ea"/>
                        </a:rPr>
                        <a:t>Quality Assurance Evidence</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Evidence that the process was completed correctly</a:t>
                      </a:r>
                    </a:p>
                  </a:txBody>
                  <a:tcPr>
                    <a:noFill/>
                  </a:tcPr>
                </a:tc>
                <a:extLst>
                  <a:ext uri="{0D108BD9-81ED-4DB2-BD59-A6C34878D82A}">
                    <a16:rowId xmlns:a16="http://schemas.microsoft.com/office/drawing/2014/main" val="3567895737"/>
                  </a:ext>
                </a:extLst>
              </a:tr>
              <a:tr h="0">
                <a:tc rowSpan="5">
                  <a:txBody>
                    <a:bodyPr/>
                    <a:lstStyle/>
                    <a:p>
                      <a:r>
                        <a:rPr kumimoji="1" lang="en" altLang="en-US" sz="1100">
                          <a:latin typeface="+mn-ea"/>
                          <a:ea typeface="+mn-ea"/>
                        </a:rPr>
                        <a:t>Implementation</a:t>
                      </a:r>
                    </a:p>
                  </a:txBody>
                  <a:tcPr>
                    <a:noFill/>
                  </a:tcPr>
                </a:tc>
                <a:tc>
                  <a:txBody>
                    <a:bodyPr/>
                    <a:lstStyle/>
                    <a:p>
                      <a:r>
                        <a:rPr kumimoji="1" lang="en" altLang="en-US" sz="1100">
                          <a:latin typeface="+mn-ea"/>
                          <a:ea typeface="+mn-ea"/>
                        </a:rPr>
                        <a:t>Source code (core SDK, control SDK, sample app, respectively)</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Customer Releases</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n" altLang="ja-JP" sz="1100">
                          <a:latin typeface="+mn-ea"/>
                        </a:rPr>
                        <a:t>SDK (Core SDK </a:t>
                      </a:r>
                      <a:r>
                        <a:rPr lang="en" altLang="en-US" sz="1100">
                          <a:latin typeface="+mn-ea"/>
                        </a:rPr>
                        <a:t>+ Control SDK): Approximately 27,000 lines/OS</a:t>
                      </a:r>
                    </a:p>
                  </a:txBody>
                  <a:tcPr>
                    <a:noFill/>
                  </a:tcPr>
                </a:tc>
                <a:extLst>
                  <a:ext uri="{0D108BD9-81ED-4DB2-BD59-A6C34878D82A}">
                    <a16:rowId xmlns:a16="http://schemas.microsoft.com/office/drawing/2014/main" val="1793923057"/>
                  </a:ext>
                </a:extLst>
              </a:tr>
              <a:tr h="134888">
                <a:tc vMerge="1">
                  <a:txBody>
                    <a:bodyPr/>
                    <a:lstStyle/>
                    <a:p>
                      <a:endParaRPr kumimoji="1" lang="ja-JP" altLang="en-US" sz="1100">
                        <a:latin typeface="+mn-ea"/>
                        <a:ea typeface="+mn-ea"/>
                      </a:endParaRPr>
                    </a:p>
                  </a:txBody>
                  <a:tcPr>
                    <a:noFill/>
                  </a:tcPr>
                </a:tc>
                <a:tc>
                  <a:txBody>
                    <a:bodyPr/>
                    <a:lstStyle/>
                    <a:p>
                      <a:r>
                        <a:rPr kumimoji="1" lang="en" altLang="en-US" sz="1100">
                          <a:latin typeface="+mn-ea"/>
                          <a:ea typeface="+mn-ea"/>
                        </a:rPr>
                        <a:t>Source diff</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Internal Information</a:t>
                      </a:r>
                    </a:p>
                  </a:txBody>
                  <a:tcPr>
                    <a:noFill/>
                  </a:tcPr>
                </a:tc>
                <a:tc>
                  <a:txBody>
                    <a:bodyPr/>
                    <a:lstStyle/>
                    <a:p>
                      <a:r>
                        <a:rPr kumimoji="1" lang="en" altLang="en-US" sz="1100">
                          <a:latin typeface="+mn-ea"/>
                          <a:ea typeface="+mn-ea"/>
                        </a:rPr>
                        <a:t>A document summarizing the differences between the base software and the changed software</a:t>
                      </a:r>
                    </a:p>
                  </a:txBody>
                  <a:tcPr>
                    <a:noFill/>
                  </a:tcPr>
                </a:tc>
                <a:extLst>
                  <a:ext uri="{0D108BD9-81ED-4DB2-BD59-A6C34878D82A}">
                    <a16:rowId xmlns:a16="http://schemas.microsoft.com/office/drawing/2014/main" val="3180335596"/>
                  </a:ext>
                </a:extLst>
              </a:tr>
              <a:tr h="142508">
                <a:tc vMerge="1">
                  <a:txBody>
                    <a:bodyPr/>
                    <a:lstStyle/>
                    <a:p>
                      <a:endParaRPr kumimoji="1" lang="ja-JP" altLang="en-US" sz="1100">
                        <a:latin typeface="+mn-ea"/>
                        <a:ea typeface="+mn-ea"/>
                      </a:endParaRPr>
                    </a:p>
                  </a:txBody>
                  <a:tcPr>
                    <a:noFill/>
                  </a:tcPr>
                </a:tc>
                <a:tc>
                  <a:txBody>
                    <a:bodyPr/>
                    <a:lstStyle/>
                    <a:p>
                      <a:r>
                        <a:rPr kumimoji="1" lang="en" altLang="en-US" sz="1100" b="0" i="0" u="none" strike="noStrike" kern="1200" cap="none" spc="0" normalizeH="0" baseline="0" noProof="0">
                          <a:ln>
                            <a:noFill/>
                          </a:ln>
                          <a:solidFill>
                            <a:srgbClr val="323232"/>
                          </a:solidFill>
                          <a:effectLst/>
                          <a:uLnTx/>
                          <a:uFillTx/>
                          <a:latin typeface="+mn-lt"/>
                          <a:ea typeface="+mn-ea"/>
                          <a:cs typeface="+mn-cs"/>
                        </a:rPr>
                        <a:t>Static analysis result report, vulnerability analysis result report</a:t>
                      </a:r>
                      <a:endParaRPr kumimoji="1" lang="ja-JP" altLang="en-US" sz="1100">
                        <a:latin typeface="+mn-ea"/>
                        <a:ea typeface="+mn-ea"/>
                      </a:endParaRP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Quality Assurance Evidence</a:t>
                      </a:r>
                    </a:p>
                  </a:txBody>
                  <a:tcPr>
                    <a:noFill/>
                  </a:tcPr>
                </a:tc>
                <a:tc>
                  <a:txBody>
                    <a:bodyPr/>
                    <a:lstStyle/>
                    <a:p>
                      <a:r>
                        <a:rPr kumimoji="1" lang="en" altLang="en-US" sz="1100" b="0" i="0" u="none" strike="noStrike" kern="1200" cap="none" spc="0" normalizeH="0" baseline="0" noProof="0">
                          <a:ln>
                            <a:noFill/>
                          </a:ln>
                          <a:solidFill>
                            <a:srgbClr val="323232"/>
                          </a:solidFill>
                          <a:effectLst/>
                          <a:uLnTx/>
                          <a:uFillTx/>
                          <a:latin typeface="+mn-lt"/>
                          <a:ea typeface="+mn-ea"/>
                          <a:cs typeface="+mn-cs"/>
                        </a:rPr>
                        <a:t>A report summarizing the results of static and vulnerability analysis</a:t>
                      </a:r>
                      <a:endParaRPr kumimoji="1" lang="ja-JP" altLang="en-US" sz="1100">
                        <a:latin typeface="+mn-ea"/>
                        <a:ea typeface="+mn-ea"/>
                      </a:endParaRPr>
                    </a:p>
                  </a:txBody>
                  <a:tcPr>
                    <a:noFill/>
                  </a:tcPr>
                </a:tc>
                <a:extLst>
                  <a:ext uri="{0D108BD9-81ED-4DB2-BD59-A6C34878D82A}">
                    <a16:rowId xmlns:a16="http://schemas.microsoft.com/office/drawing/2014/main" val="963805393"/>
                  </a:ext>
                </a:extLst>
              </a:tr>
              <a:tr h="0">
                <a:tc vMerge="1">
                  <a:txBody>
                    <a:bodyPr/>
                    <a:lstStyle/>
                    <a:p>
                      <a:endParaRPr kumimoji="1" lang="ja-JP" altLang="en-US"/>
                    </a:p>
                  </a:txBody>
                  <a:tcPr/>
                </a:tc>
                <a:tc>
                  <a:txBody>
                    <a:bodyPr/>
                    <a:lstStyle/>
                    <a:p>
                      <a:r>
                        <a:rPr kumimoji="1" lang="en" altLang="en-US" sz="1100">
                          <a:latin typeface="+mn-ea"/>
                          <a:ea typeface="+mn-ea"/>
                        </a:rPr>
                        <a:t>Binary (Core SDK, Control SDK, Sample App *Each)</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Customer Releases</a:t>
                      </a:r>
                    </a:p>
                  </a:txBody>
                  <a:tcPr>
                    <a:noFill/>
                  </a:tcPr>
                </a:tc>
                <a:tc>
                  <a:txBody>
                    <a:bodyPr/>
                    <a:lstStyle/>
                    <a:p>
                      <a:r>
                        <a:rPr kumimoji="1" lang="en" altLang="en-US" sz="1100">
                          <a:latin typeface="+mn-ea"/>
                          <a:ea typeface="+mn-ea"/>
                        </a:rPr>
                        <a:t>Binary as a result of Build the modified source code</a:t>
                      </a:r>
                    </a:p>
                  </a:txBody>
                  <a:tcPr>
                    <a:noFill/>
                  </a:tcPr>
                </a:tc>
                <a:extLst>
                  <a:ext uri="{0D108BD9-81ED-4DB2-BD59-A6C34878D82A}">
                    <a16:rowId xmlns:a16="http://schemas.microsoft.com/office/drawing/2014/main" val="555783484"/>
                  </a:ext>
                </a:extLst>
              </a:tr>
              <a:tr h="0">
                <a:tc vMerge="1">
                  <a:txBody>
                    <a:bodyPr/>
                    <a:lstStyle/>
                    <a:p>
                      <a:endParaRPr kumimoji="1" lang="ja-JP" altLang="en-US" sz="1100">
                        <a:latin typeface="+mn-ea"/>
                        <a:ea typeface="+mn-ea"/>
                      </a:endParaRP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Review Minutes</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Quality Assurance Evidence</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Evidence that the process was completed correctly</a:t>
                      </a:r>
                    </a:p>
                  </a:txBody>
                  <a:tcPr>
                    <a:noFill/>
                  </a:tcPr>
                </a:tc>
                <a:extLst>
                  <a:ext uri="{0D108BD9-81ED-4DB2-BD59-A6C34878D82A}">
                    <a16:rowId xmlns:a16="http://schemas.microsoft.com/office/drawing/2014/main" val="2029302446"/>
                  </a:ext>
                </a:extLst>
              </a:tr>
              <a:tr h="171718">
                <a:tc rowSpan="2">
                  <a:txBody>
                    <a:bodyPr/>
                    <a:lstStyle/>
                    <a:p>
                      <a:r>
                        <a:rPr kumimoji="1" lang="en" altLang="en-US" sz="1100">
                          <a:latin typeface="+mn-ea"/>
                          <a:ea typeface="+mn-ea"/>
                        </a:rPr>
                        <a:t>Unit Tests</a:t>
                      </a:r>
                    </a:p>
                  </a:txBody>
                  <a:tcPr>
                    <a:noFill/>
                  </a:tcPr>
                </a:tc>
                <a:tc>
                  <a:txBody>
                    <a:bodyPr/>
                    <a:lstStyle/>
                    <a:p>
                      <a:r>
                        <a:rPr kumimoji="1" lang="en" altLang="en-US" sz="1100">
                          <a:latin typeface="+mn-ea"/>
                          <a:ea typeface="+mn-ea"/>
                        </a:rPr>
                        <a:t>Program Test Specifications (Core SDK and Control SDK)</a:t>
                      </a:r>
                    </a:p>
                  </a:txBody>
                  <a:tcPr>
                    <a:noFill/>
                  </a:tcPr>
                </a:tc>
                <a:tc>
                  <a:txBody>
                    <a:bodyPr/>
                    <a:lstStyle/>
                    <a:p>
                      <a:r>
                        <a:rPr kumimoji="1" lang="en" altLang="en-US" sz="1100">
                          <a:latin typeface="+mn-ea"/>
                          <a:ea typeface="+mn-ea"/>
                        </a:rPr>
                        <a:t>Quality Assurance Evidence</a:t>
                      </a:r>
                    </a:p>
                  </a:txBody>
                  <a:tcPr>
                    <a:noFill/>
                  </a:tcPr>
                </a:tc>
                <a:tc>
                  <a:txBody>
                    <a:bodyPr/>
                    <a:lstStyle/>
                    <a:p>
                      <a:r>
                        <a:rPr kumimoji="1" lang="en" altLang="en-US" sz="1100">
                          <a:latin typeface="+mn-ea"/>
                          <a:ea typeface="+mn-ea"/>
                        </a:rPr>
                        <a:t>Approximately 6,000 items (past results: dozens of items per development)</a:t>
                      </a:r>
                      <a:endParaRPr kumimoji="1" lang="ja-JP" altLang="en-US" sz="1100">
                        <a:latin typeface="+mn-ea"/>
                        <a:ea typeface="+mn-ea"/>
                      </a:endParaRPr>
                    </a:p>
                  </a:txBody>
                  <a:tcPr>
                    <a:noFill/>
                  </a:tcPr>
                </a:tc>
                <a:extLst>
                  <a:ext uri="{0D108BD9-81ED-4DB2-BD59-A6C34878D82A}">
                    <a16:rowId xmlns:a16="http://schemas.microsoft.com/office/drawing/2014/main" val="2645573608"/>
                  </a:ext>
                </a:extLst>
              </a:tr>
              <a:tr h="166638">
                <a:tc vMerge="1">
                  <a:txBody>
                    <a:bodyPr/>
                    <a:lstStyle/>
                    <a:p>
                      <a:endParaRPr kumimoji="1" lang="ja-JP" altLang="en-US" sz="1100">
                        <a:latin typeface="+mn-ea"/>
                        <a:ea typeface="+mn-ea"/>
                      </a:endParaRP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Review Minutes</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Quality Assurance Evidence</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Evidence that the process was completed correctly</a:t>
                      </a:r>
                    </a:p>
                  </a:txBody>
                  <a:tcPr>
                    <a:noFill/>
                  </a:tcPr>
                </a:tc>
                <a:extLst>
                  <a:ext uri="{0D108BD9-81ED-4DB2-BD59-A6C34878D82A}">
                    <a16:rowId xmlns:a16="http://schemas.microsoft.com/office/drawing/2014/main" val="616741456"/>
                  </a:ext>
                </a:extLst>
              </a:tr>
              <a:tr h="142508">
                <a:tc rowSpan="4">
                  <a:txBody>
                    <a:bodyPr/>
                    <a:lstStyle/>
                    <a:p>
                      <a:r>
                        <a:rPr kumimoji="1" lang="en" altLang="en-US" sz="1100">
                          <a:latin typeface="+mn-ea"/>
                          <a:ea typeface="+mn-ea"/>
                        </a:rPr>
                        <a:t>Bonding Test</a:t>
                      </a:r>
                    </a:p>
                  </a:txBody>
                  <a:tcPr>
                    <a:noFill/>
                  </a:tcPr>
                </a:tc>
                <a:tc>
                  <a:txBody>
                    <a:bodyPr/>
                    <a:lstStyle/>
                    <a:p>
                      <a:r>
                        <a:rPr kumimoji="1" lang="en" altLang="en-US" sz="1100">
                          <a:latin typeface="+mn-ea"/>
                          <a:ea typeface="+mn-ea"/>
                        </a:rPr>
                        <a:t>Binding Test Specifications (Core SDK, Control SDK, respectively)</a:t>
                      </a:r>
                    </a:p>
                  </a:txBody>
                  <a:tcPr>
                    <a:noFill/>
                  </a:tcPr>
                </a:tc>
                <a:tc>
                  <a:txBody>
                    <a:bodyPr/>
                    <a:lstStyle/>
                    <a:p>
                      <a:r>
                        <a:rPr kumimoji="1" lang="en" altLang="en-US" sz="1100">
                          <a:latin typeface="+mn-ea"/>
                          <a:ea typeface="+mn-ea"/>
                        </a:rPr>
                        <a:t>Quality Assurance Evidence</a:t>
                      </a:r>
                    </a:p>
                  </a:txBody>
                  <a:tcPr>
                    <a:noFill/>
                  </a:tcPr>
                </a:tc>
                <a:tc>
                  <a:txBody>
                    <a:bodyPr/>
                    <a:lstStyle/>
                    <a:p>
                      <a:r>
                        <a:rPr lang="en" altLang="en-US" sz="1100">
                          <a:latin typeface="+mn-ea"/>
                        </a:rPr>
                        <a:t>Approximately 9,000 items (past results: dozens of items per development)</a:t>
                      </a:r>
                      <a:endParaRPr kumimoji="1" lang="ja-JP" altLang="en-US" sz="1100">
                        <a:latin typeface="+mn-ea"/>
                        <a:ea typeface="+mn-ea"/>
                      </a:endParaRPr>
                    </a:p>
                  </a:txBody>
                  <a:tcPr>
                    <a:noFill/>
                  </a:tcPr>
                </a:tc>
                <a:extLst>
                  <a:ext uri="{0D108BD9-81ED-4DB2-BD59-A6C34878D82A}">
                    <a16:rowId xmlns:a16="http://schemas.microsoft.com/office/drawing/2014/main" val="214771705"/>
                  </a:ext>
                </a:extLst>
              </a:tr>
              <a:tr h="175528">
                <a:tc vMerge="1">
                  <a:txBody>
                    <a:bodyPr/>
                    <a:lstStyle/>
                    <a:p>
                      <a:endParaRPr kumimoji="1" lang="ja-JP" altLang="en-US" sz="1100">
                        <a:latin typeface="+mn-ea"/>
                        <a:ea typeface="+mn-ea"/>
                      </a:endParaRPr>
                    </a:p>
                  </a:txBody>
                  <a:tcPr>
                    <a:noFill/>
                  </a:tcPr>
                </a:tc>
                <a:tc>
                  <a:txBody>
                    <a:bodyPr/>
                    <a:lstStyle/>
                    <a:p>
                      <a:r>
                        <a:rPr kumimoji="1" lang="en" altLang="zh-TW" sz="1100">
                          <a:latin typeface="+mn-ea"/>
                          <a:ea typeface="+mn-ea"/>
                        </a:rPr>
                        <a:t>DKSDK Model Evaluation Specification</a:t>
                      </a:r>
                      <a:endParaRPr kumimoji="1" lang="ja-JP" altLang="en-US" sz="1100">
                        <a:latin typeface="+mn-ea"/>
                        <a:ea typeface="+mn-ea"/>
                      </a:endParaRP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Quality Assurance Evidence</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n" altLang="en-US" sz="1100"/>
                        <a:t>Report on the results of evaluating functions that depend on smartphone models and operating systems (</a:t>
                      </a:r>
                      <a:r>
                        <a:rPr lang="en" altLang="ja-JP" sz="1100">
                          <a:latin typeface="+mn-ea"/>
                        </a:rPr>
                        <a:t>28 items× number of warranty terminals)</a:t>
                      </a:r>
                      <a:endParaRPr lang="en-US" altLang="ja-JP" sz="1100">
                        <a:latin typeface="+mn-ea"/>
                      </a:endParaRPr>
                    </a:p>
                  </a:txBody>
                  <a:tcPr>
                    <a:noFill/>
                  </a:tcPr>
                </a:tc>
                <a:extLst>
                  <a:ext uri="{0D108BD9-81ED-4DB2-BD59-A6C34878D82A}">
                    <a16:rowId xmlns:a16="http://schemas.microsoft.com/office/drawing/2014/main" val="1406274357"/>
                  </a:ext>
                </a:extLst>
              </a:tr>
              <a:tr h="183148">
                <a:tc vMerge="1">
                  <a:txBody>
                    <a:bodyPr/>
                    <a:lstStyle/>
                    <a:p>
                      <a:endParaRPr kumimoji="1" lang="ja-JP" altLang="en-US" sz="1100">
                        <a:latin typeface="+mn-ea"/>
                        <a:ea typeface="+mn-ea"/>
                      </a:endParaRPr>
                    </a:p>
                  </a:txBody>
                  <a:tcPr>
                    <a:noFill/>
                  </a:tcPr>
                </a:tc>
                <a:tc>
                  <a:txBody>
                    <a:bodyPr/>
                    <a:lstStyle/>
                    <a:p>
                      <a:r>
                        <a:rPr kumimoji="1" lang="en" altLang="en-US" sz="1100">
                          <a:latin typeface="+mn-ea"/>
                          <a:ea typeface="+mn-ea"/>
                        </a:rPr>
                        <a:t>Digital Key System Bonding Inspection Report (may not require a recent assessment)</a:t>
                      </a:r>
                      <a:endParaRPr kumimoji="1" lang="ja-JP" altLang="en-US" sz="1100">
                        <a:latin typeface="+mn-ea"/>
                        <a:ea typeface="+mn-ea"/>
                      </a:endParaRPr>
                    </a:p>
                  </a:txBody>
                  <a:tcPr>
                    <a:noFill/>
                  </a:tcPr>
                </a:tc>
                <a:tc>
                  <a:txBody>
                    <a:bodyPr/>
                    <a:lstStyle/>
                    <a:p>
                      <a:r>
                        <a:rPr kumimoji="1" lang="en" altLang="en-US" sz="1100">
                          <a:latin typeface="+mn-ea"/>
                          <a:ea typeface="+mn-ea"/>
                        </a:rPr>
                        <a:t>Quality Assurance Evidence</a:t>
                      </a:r>
                    </a:p>
                  </a:txBody>
                  <a:tcPr>
                    <a:noFill/>
                  </a:tcPr>
                </a:tc>
                <a:tc>
                  <a:txBody>
                    <a:bodyPr/>
                    <a:lstStyle/>
                    <a:p>
                      <a:r>
                        <a:rPr lang="en" altLang="en-US" sz="1100"/>
                        <a:t>Report on the </a:t>
                      </a:r>
                      <a:r>
                        <a:rPr kumimoji="1" lang="en" altLang="en-US" sz="1100">
                          <a:latin typeface="+mn-ea"/>
                          <a:ea typeface="+mn-ea"/>
                        </a:rPr>
                        <a:t>results of evaluating the functionality of Server/DA and SDK sequences and I/F changes</a:t>
                      </a:r>
                      <a:endParaRPr kumimoji="1" lang="ja-JP" altLang="en-US" sz="1100">
                        <a:latin typeface="+mn-ea"/>
                        <a:ea typeface="+mn-ea"/>
                      </a:endParaRPr>
                    </a:p>
                  </a:txBody>
                  <a:tcPr>
                    <a:noFill/>
                  </a:tcPr>
                </a:tc>
                <a:extLst>
                  <a:ext uri="{0D108BD9-81ED-4DB2-BD59-A6C34878D82A}">
                    <a16:rowId xmlns:a16="http://schemas.microsoft.com/office/drawing/2014/main" val="1775477826"/>
                  </a:ext>
                </a:extLst>
              </a:tr>
              <a:tr h="139968">
                <a:tc vMerge="1">
                  <a:txBody>
                    <a:bodyPr/>
                    <a:lstStyle/>
                    <a:p>
                      <a:endParaRPr kumimoji="1" lang="ja-JP" altLang="en-US" sz="1100">
                        <a:latin typeface="+mn-ea"/>
                        <a:ea typeface="+mn-ea"/>
                      </a:endParaRP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Review Minutes</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Quality Assurance Evidence</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Evidence that the process was completed correctly</a:t>
                      </a:r>
                    </a:p>
                  </a:txBody>
                  <a:tcPr>
                    <a:noFill/>
                  </a:tcPr>
                </a:tc>
                <a:extLst>
                  <a:ext uri="{0D108BD9-81ED-4DB2-BD59-A6C34878D82A}">
                    <a16:rowId xmlns:a16="http://schemas.microsoft.com/office/drawing/2014/main" val="2071950137"/>
                  </a:ext>
                </a:extLst>
              </a:tr>
            </a:tbl>
          </a:graphicData>
        </a:graphic>
      </p:graphicFrame>
      <p:sp>
        <p:nvSpPr>
          <p:cNvPr id="16" name="テキスト ボックス 15">
            <a:extLst>
              <a:ext uri="{FF2B5EF4-FFF2-40B4-BE49-F238E27FC236}">
                <a16:creationId xmlns:a16="http://schemas.microsoft.com/office/drawing/2014/main" id="{691142EF-E440-EA00-6630-135D186256C8}"/>
              </a:ext>
            </a:extLst>
          </p:cNvPr>
          <p:cNvSpPr txBox="1"/>
          <p:nvPr/>
        </p:nvSpPr>
        <p:spPr>
          <a:xfrm>
            <a:off x="1485900" y="5968395"/>
            <a:ext cx="10601301" cy="261610"/>
          </a:xfrm>
          <a:prstGeom prst="rect">
            <a:avLst/>
          </a:prstGeom>
          <a:noFill/>
        </p:spPr>
        <p:txBody>
          <a:bodyPr wrap="square">
            <a:spAutoFit/>
          </a:bodyPr>
          <a:lstStyle/>
          <a:p>
            <a:r>
              <a:rPr lang="en" altLang="ja-JP" sz="1100"/>
              <a:t>*SDK: A library that is built into your app and released to the market.　Sample app: An app used in the evaluation of the SDK in the DN (delivered to the customer as a reference, but not released to the market)</a:t>
            </a:r>
          </a:p>
        </p:txBody>
      </p:sp>
      <p:sp>
        <p:nvSpPr>
          <p:cNvPr id="17" name="テキスト ボックス 16">
            <a:extLst>
              <a:ext uri="{FF2B5EF4-FFF2-40B4-BE49-F238E27FC236}">
                <a16:creationId xmlns:a16="http://schemas.microsoft.com/office/drawing/2014/main" id="{D2EF5E13-F677-BE16-DD2D-4E8C0CE2B7DC}"/>
              </a:ext>
            </a:extLst>
          </p:cNvPr>
          <p:cNvSpPr txBox="1"/>
          <p:nvPr/>
        </p:nvSpPr>
        <p:spPr>
          <a:xfrm>
            <a:off x="8429625" y="507474"/>
            <a:ext cx="2628900" cy="261610"/>
          </a:xfrm>
          <a:prstGeom prst="rect">
            <a:avLst/>
          </a:prstGeom>
          <a:noFill/>
        </p:spPr>
        <p:txBody>
          <a:bodyPr wrap="square">
            <a:spAutoFit/>
          </a:bodyPr>
          <a:lstStyle/>
          <a:p>
            <a:r>
              <a:rPr lang="en" altLang="en-US" sz="1100"/>
              <a:t>All deliverables will be entrusted to FPT</a:t>
            </a:r>
          </a:p>
        </p:txBody>
      </p:sp>
    </p:spTree>
    <p:extLst>
      <p:ext uri="{BB962C8B-B14F-4D97-AF65-F5344CB8AC3E}">
        <p14:creationId xmlns:p14="http://schemas.microsoft.com/office/powerpoint/2010/main" val="249479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51B8BD0-9394-1E55-B9D2-D28F9FE6DCA5}"/>
              </a:ext>
            </a:extLst>
          </p:cNvPr>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3" name="スライド番号プレースホルダー 2">
            <a:extLst>
              <a:ext uri="{FF2B5EF4-FFF2-40B4-BE49-F238E27FC236}">
                <a16:creationId xmlns:a16="http://schemas.microsoft.com/office/drawing/2014/main" id="{346CC508-A569-2DEF-7F63-F25C2A347829}"/>
              </a:ext>
            </a:extLst>
          </p:cNvPr>
          <p:cNvSpPr>
            <a:spLocks noGrp="1"/>
          </p:cNvSpPr>
          <p:nvPr>
            <p:ph type="sldNum" sz="quarter" idx="11"/>
          </p:nvPr>
        </p:nvSpPr>
        <p:spPr/>
        <p:txBody>
          <a:bodyPr/>
          <a:lstStyle/>
          <a:p>
            <a:fld id="{A4345066-4952-40C1-BC8B-CE2851EC3EF2}" type="slidenum">
              <a:rPr lang="ja-JP" altLang="en-US" smtClean="0">
                <a:solidFill>
                  <a:schemeClr val="bg1">
                    <a:lumMod val="65000"/>
                  </a:schemeClr>
                </a:solidFill>
                <a:ea typeface="Yu Gothic UI Light" panose="020B0300000000000000" pitchFamily="50" charset="-128"/>
              </a:rPr>
              <a:pPr/>
              <a:t>9</a:t>
            </a:fld>
            <a:endParaRPr lang="en-US" altLang="ja-JP" sz="900">
              <a:solidFill>
                <a:schemeClr val="bg1">
                  <a:lumMod val="65000"/>
                </a:schemeClr>
              </a:solidFill>
              <a:ea typeface="Yu Gothic UI Light" panose="020B0300000000000000" pitchFamily="50" charset="-128"/>
            </a:endParaRPr>
          </a:p>
        </p:txBody>
      </p:sp>
      <p:sp>
        <p:nvSpPr>
          <p:cNvPr id="4" name="テキスト プレースホルダー 3">
            <a:extLst>
              <a:ext uri="{FF2B5EF4-FFF2-40B4-BE49-F238E27FC236}">
                <a16:creationId xmlns:a16="http://schemas.microsoft.com/office/drawing/2014/main" id="{C6808F17-F388-1097-E51F-C14B313A754B}"/>
              </a:ext>
            </a:extLst>
          </p:cNvPr>
          <p:cNvSpPr>
            <a:spLocks noGrp="1"/>
          </p:cNvSpPr>
          <p:nvPr>
            <p:ph type="body" sz="quarter" idx="16"/>
          </p:nvPr>
        </p:nvSpPr>
        <p:spPr/>
        <p:txBody>
          <a:bodyPr/>
          <a:lstStyle/>
          <a:p>
            <a:endParaRPr kumimoji="1" lang="ja-JP" altLang="en-US"/>
          </a:p>
        </p:txBody>
      </p:sp>
      <p:sp>
        <p:nvSpPr>
          <p:cNvPr id="5" name="タイトル 4">
            <a:extLst>
              <a:ext uri="{FF2B5EF4-FFF2-40B4-BE49-F238E27FC236}">
                <a16:creationId xmlns:a16="http://schemas.microsoft.com/office/drawing/2014/main" id="{3D2B209A-2295-FF17-5089-C3E322A33F59}"/>
              </a:ext>
            </a:extLst>
          </p:cNvPr>
          <p:cNvSpPr>
            <a:spLocks noGrp="1"/>
          </p:cNvSpPr>
          <p:nvPr>
            <p:ph type="title"/>
          </p:nvPr>
        </p:nvSpPr>
        <p:spPr/>
        <p:txBody>
          <a:bodyPr/>
          <a:lstStyle/>
          <a:p>
            <a:r>
              <a:rPr lang="en" altLang="ja-JP" sz="2000"/>
              <a:t>6. (1) List of SDK Changes, Maintenance and Development Deliverables 2</a:t>
            </a:r>
            <a:endParaRPr kumimoji="1" lang="ja-JP" altLang="en-US" sz="2000"/>
          </a:p>
        </p:txBody>
      </p:sp>
      <p:graphicFrame>
        <p:nvGraphicFramePr>
          <p:cNvPr id="6" name="表 5">
            <a:extLst>
              <a:ext uri="{FF2B5EF4-FFF2-40B4-BE49-F238E27FC236}">
                <a16:creationId xmlns:a16="http://schemas.microsoft.com/office/drawing/2014/main" id="{EA1897D7-C1E1-91FD-5234-D4AC46EDDF08}"/>
              </a:ext>
            </a:extLst>
          </p:cNvPr>
          <p:cNvGraphicFramePr>
            <a:graphicFrameLocks noGrp="1"/>
          </p:cNvGraphicFramePr>
          <p:nvPr>
            <p:extLst>
              <p:ext uri="{D42A27DB-BD31-4B8C-83A1-F6EECF244321}">
                <p14:modId xmlns:p14="http://schemas.microsoft.com/office/powerpoint/2010/main" val="1164239161"/>
              </p:ext>
            </p:extLst>
          </p:nvPr>
        </p:nvGraphicFramePr>
        <p:xfrm>
          <a:off x="138112" y="602264"/>
          <a:ext cx="11915776" cy="5760720"/>
        </p:xfrm>
        <a:graphic>
          <a:graphicData uri="http://schemas.openxmlformats.org/drawingml/2006/table">
            <a:tbl>
              <a:tblPr firstRow="1" bandRow="1">
                <a:tableStyleId>{5940675A-B579-460E-94D1-54222C63F5DA}</a:tableStyleId>
              </a:tblPr>
              <a:tblGrid>
                <a:gridCol w="1306527">
                  <a:extLst>
                    <a:ext uri="{9D8B030D-6E8A-4147-A177-3AD203B41FA5}">
                      <a16:colId xmlns:a16="http://schemas.microsoft.com/office/drawing/2014/main" val="3693845857"/>
                    </a:ext>
                  </a:extLst>
                </a:gridCol>
                <a:gridCol w="3451211">
                  <a:extLst>
                    <a:ext uri="{9D8B030D-6E8A-4147-A177-3AD203B41FA5}">
                      <a16:colId xmlns:a16="http://schemas.microsoft.com/office/drawing/2014/main" val="439317933"/>
                    </a:ext>
                  </a:extLst>
                </a:gridCol>
                <a:gridCol w="1867462">
                  <a:extLst>
                    <a:ext uri="{9D8B030D-6E8A-4147-A177-3AD203B41FA5}">
                      <a16:colId xmlns:a16="http://schemas.microsoft.com/office/drawing/2014/main" val="4001105269"/>
                    </a:ext>
                  </a:extLst>
                </a:gridCol>
                <a:gridCol w="5290576">
                  <a:extLst>
                    <a:ext uri="{9D8B030D-6E8A-4147-A177-3AD203B41FA5}">
                      <a16:colId xmlns:a16="http://schemas.microsoft.com/office/drawing/2014/main" val="1865701614"/>
                    </a:ext>
                  </a:extLst>
                </a:gridCol>
              </a:tblGrid>
              <a:tr h="277143">
                <a:tc>
                  <a:txBody>
                    <a:bodyPr/>
                    <a:lstStyle/>
                    <a:p>
                      <a:r>
                        <a:rPr kumimoji="1" lang="en" altLang="en-US" sz="1400">
                          <a:latin typeface="+mn-ea"/>
                          <a:ea typeface="+mn-ea"/>
                        </a:rPr>
                        <a:t>Engineering</a:t>
                      </a:r>
                    </a:p>
                  </a:txBody>
                  <a:tcPr>
                    <a:solidFill>
                      <a:schemeClr val="bg1">
                        <a:lumMod val="85000"/>
                      </a:schemeClr>
                    </a:solidFill>
                  </a:tcPr>
                </a:tc>
                <a:tc>
                  <a:txBody>
                    <a:bodyPr/>
                    <a:lstStyle/>
                    <a:p>
                      <a:r>
                        <a:rPr kumimoji="1" lang="en" altLang="en-US" sz="1400">
                          <a:latin typeface="+mn-ea"/>
                          <a:ea typeface="+mn-ea"/>
                        </a:rPr>
                        <a:t>Deliverables</a:t>
                      </a:r>
                    </a:p>
                  </a:txBody>
                  <a:tcPr>
                    <a:solidFill>
                      <a:schemeClr val="bg1">
                        <a:lumMod val="85000"/>
                      </a:schemeClr>
                    </a:solidFill>
                  </a:tcPr>
                </a:tc>
                <a:tc>
                  <a:txBody>
                    <a:bodyPr/>
                    <a:lstStyle/>
                    <a:p>
                      <a:r>
                        <a:rPr kumimoji="1" lang="en" altLang="en-US" sz="1400">
                          <a:latin typeface="+mn-ea"/>
                          <a:ea typeface="+mn-ea"/>
                        </a:rPr>
                        <a:t>Classification</a:t>
                      </a:r>
                    </a:p>
                  </a:txBody>
                  <a:tcPr>
                    <a:solidFill>
                      <a:schemeClr val="bg1">
                        <a:lumMod val="85000"/>
                      </a:schemeClr>
                    </a:solidFill>
                  </a:tcPr>
                </a:tc>
                <a:tc>
                  <a:txBody>
                    <a:bodyPr/>
                    <a:lstStyle/>
                    <a:p>
                      <a:r>
                        <a:rPr kumimoji="1" lang="en" altLang="en-US" sz="1400">
                          <a:latin typeface="+mn-ea"/>
                          <a:ea typeface="+mn-ea"/>
                        </a:rPr>
                        <a:t>Deliverables Overview</a:t>
                      </a:r>
                    </a:p>
                  </a:txBody>
                  <a:tcPr>
                    <a:solidFill>
                      <a:schemeClr val="bg1">
                        <a:lumMod val="85000"/>
                      </a:schemeClr>
                    </a:solidFill>
                  </a:tcPr>
                </a:tc>
                <a:extLst>
                  <a:ext uri="{0D108BD9-81ED-4DB2-BD59-A6C34878D82A}">
                    <a16:rowId xmlns:a16="http://schemas.microsoft.com/office/drawing/2014/main" val="2776692736"/>
                  </a:ext>
                </a:extLst>
              </a:tr>
              <a:tr h="119931">
                <a:tc rowSpan="5">
                  <a:txBody>
                    <a:bodyPr/>
                    <a:lstStyle/>
                    <a:p>
                      <a:r>
                        <a:rPr kumimoji="1" lang="en" altLang="en-US" sz="1100">
                          <a:latin typeface="+mn-ea"/>
                          <a:ea typeface="+mn-ea"/>
                        </a:rPr>
                        <a:t>After the Bonding Test</a:t>
                      </a:r>
                    </a:p>
                  </a:txBody>
                  <a:tcPr>
                    <a:noFill/>
                  </a:tcPr>
                </a:tc>
                <a:tc>
                  <a:txBody>
                    <a:bodyPr/>
                    <a:lstStyle/>
                    <a:p>
                      <a:r>
                        <a:rPr kumimoji="1" lang="en" altLang="en-US" sz="1100">
                          <a:solidFill>
                            <a:srgbClr val="0070C0"/>
                          </a:solidFill>
                          <a:latin typeface="+mn-ea"/>
                          <a:ea typeface="+mn-ea"/>
                        </a:rPr>
                        <a:t>Service Quality Evaluation Plan</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Quality Assurance Evidence</a:t>
                      </a:r>
                    </a:p>
                  </a:txBody>
                  <a:tcPr>
                    <a:noFill/>
                  </a:tcPr>
                </a:tc>
                <a:tc>
                  <a:txBody>
                    <a:bodyPr/>
                    <a:lstStyle/>
                    <a:p>
                      <a:r>
                        <a:rPr kumimoji="1" lang="en" altLang="ja-JP" sz="1100">
                          <a:latin typeface="+mn-ea"/>
                          <a:ea typeface="+mn-ea"/>
                        </a:rPr>
                        <a:t>Listing the plans for each evaluation and the results of the evaluation, including teams other than SDK development T, and evidence that there are no problems with the quality of the SDK.</a:t>
                      </a:r>
                    </a:p>
                  </a:txBody>
                  <a:tcPr>
                    <a:noFill/>
                  </a:tcPr>
                </a:tc>
                <a:extLst>
                  <a:ext uri="{0D108BD9-81ED-4DB2-BD59-A6C34878D82A}">
                    <a16:rowId xmlns:a16="http://schemas.microsoft.com/office/drawing/2014/main" val="2376976826"/>
                  </a:ext>
                </a:extLst>
              </a:tr>
              <a:tr h="0">
                <a:tc vMerge="1">
                  <a:txBody>
                    <a:bodyPr/>
                    <a:lstStyle/>
                    <a:p>
                      <a:endParaRPr kumimoji="1" lang="ja-JP" altLang="en-US" sz="1100">
                        <a:latin typeface="+mn-ea"/>
                        <a:ea typeface="+mn-ea"/>
                      </a:endParaRPr>
                    </a:p>
                  </a:txBody>
                  <a:tcPr>
                    <a:noFill/>
                  </a:tcPr>
                </a:tc>
                <a:tc>
                  <a:txBody>
                    <a:bodyPr/>
                    <a:lstStyle/>
                    <a:p>
                      <a:r>
                        <a:rPr kumimoji="1" lang="en" altLang="en-US" sz="1100">
                          <a:latin typeface="+mn-ea"/>
                          <a:ea typeface="+mn-ea"/>
                        </a:rPr>
                        <a:t>Build Configuration Check Results Report</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Internal Information</a:t>
                      </a:r>
                    </a:p>
                  </a:txBody>
                  <a:tcPr>
                    <a:noFill/>
                  </a:tcPr>
                </a:tc>
                <a:tc>
                  <a:txBody>
                    <a:bodyPr/>
                    <a:lstStyle/>
                    <a:p>
                      <a:r>
                        <a:rPr kumimoji="1" lang="en" altLang="en-US" sz="1100">
                          <a:latin typeface="+mn-ea"/>
                          <a:ea typeface="+mn-ea"/>
                        </a:rPr>
                        <a:t>Evidence that the SDK and sample app Build configuration are as designed</a:t>
                      </a:r>
                    </a:p>
                  </a:txBody>
                  <a:tcPr>
                    <a:noFill/>
                  </a:tcPr>
                </a:tc>
                <a:extLst>
                  <a:ext uri="{0D108BD9-81ED-4DB2-BD59-A6C34878D82A}">
                    <a16:rowId xmlns:a16="http://schemas.microsoft.com/office/drawing/2014/main" val="1963327901"/>
                  </a:ext>
                </a:extLst>
              </a:tr>
              <a:tr h="117108">
                <a:tc vMerge="1">
                  <a:txBody>
                    <a:bodyPr/>
                    <a:lstStyle/>
                    <a:p>
                      <a:endParaRPr kumimoji="1" lang="ja-JP" altLang="en-US" sz="1100">
                        <a:latin typeface="+mn-ea"/>
                        <a:ea typeface="+mn-ea"/>
                      </a:endParaRPr>
                    </a:p>
                  </a:txBody>
                  <a:tcPr>
                    <a:noFill/>
                  </a:tcPr>
                </a:tc>
                <a:tc>
                  <a:txBody>
                    <a:bodyPr/>
                    <a:lstStyle/>
                    <a:p>
                      <a:r>
                        <a:rPr kumimoji="1" lang="en" altLang="en-US" sz="1100">
                          <a:latin typeface="+mn-ea"/>
                          <a:ea typeface="+mn-ea"/>
                        </a:rPr>
                        <a:t>Release Table</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Internal Information</a:t>
                      </a:r>
                    </a:p>
                  </a:txBody>
                  <a:tcPr>
                    <a:noFill/>
                  </a:tcPr>
                </a:tc>
                <a:tc>
                  <a:txBody>
                    <a:bodyPr/>
                    <a:lstStyle/>
                    <a:p>
                      <a:r>
                        <a:rPr kumimoji="1" lang="en" altLang="en-US" sz="1100">
                          <a:latin typeface="+mn-ea"/>
                          <a:ea typeface="+mn-ea"/>
                        </a:rPr>
                        <a:t>A document that lists the version and purpose of the created SDK and sample app, as well as the associated requirements.</a:t>
                      </a:r>
                    </a:p>
                  </a:txBody>
                  <a:tcPr>
                    <a:noFill/>
                  </a:tcPr>
                </a:tc>
                <a:extLst>
                  <a:ext uri="{0D108BD9-81ED-4DB2-BD59-A6C34878D82A}">
                    <a16:rowId xmlns:a16="http://schemas.microsoft.com/office/drawing/2014/main" val="68777562"/>
                  </a:ext>
                </a:extLst>
              </a:tr>
              <a:tr h="137428">
                <a:tc vMerge="1">
                  <a:txBody>
                    <a:bodyPr/>
                    <a:lstStyle/>
                    <a:p>
                      <a:endParaRPr kumimoji="1" lang="ja-JP" altLang="en-US" sz="1100">
                        <a:latin typeface="+mn-ea"/>
                        <a:ea typeface="+mn-ea"/>
                      </a:endParaRPr>
                    </a:p>
                  </a:txBody>
                  <a:tcPr>
                    <a:noFill/>
                  </a:tcPr>
                </a:tc>
                <a:tc>
                  <a:txBody>
                    <a:bodyPr/>
                    <a:lstStyle/>
                    <a:p>
                      <a:r>
                        <a:rPr kumimoji="1" lang="en" altLang="en-US" sz="1100">
                          <a:latin typeface="+mn-ea"/>
                          <a:ea typeface="+mn-ea"/>
                        </a:rPr>
                        <a:t>Release Checklist</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Internal Information</a:t>
                      </a:r>
                    </a:p>
                  </a:txBody>
                  <a:tcPr>
                    <a:noFill/>
                  </a:tcPr>
                </a:tc>
                <a:tc>
                  <a:txBody>
                    <a:bodyPr/>
                    <a:lstStyle/>
                    <a:p>
                      <a:r>
                        <a:rPr kumimoji="1" lang="en" altLang="en-US" sz="1100">
                          <a:latin typeface="+mn-ea"/>
                          <a:ea typeface="+mn-ea"/>
                        </a:rPr>
                        <a:t>Evidence to confirm that the delivered deliverables are appropriate and comprehensive</a:t>
                      </a:r>
                    </a:p>
                  </a:txBody>
                  <a:tcPr>
                    <a:noFill/>
                  </a:tcPr>
                </a:tc>
                <a:extLst>
                  <a:ext uri="{0D108BD9-81ED-4DB2-BD59-A6C34878D82A}">
                    <a16:rowId xmlns:a16="http://schemas.microsoft.com/office/drawing/2014/main" val="3982013330"/>
                  </a:ext>
                </a:extLst>
              </a:tr>
              <a:tr h="164098">
                <a:tc vMerge="1">
                  <a:txBody>
                    <a:bodyPr/>
                    <a:lstStyle/>
                    <a:p>
                      <a:endParaRPr kumimoji="1" lang="ja-JP" altLang="en-US" sz="1100">
                        <a:latin typeface="+mn-ea"/>
                        <a:ea typeface="+mn-ea"/>
                      </a:endParaRPr>
                    </a:p>
                  </a:txBody>
                  <a:tcPr>
                    <a:noFill/>
                  </a:tcPr>
                </a:tc>
                <a:tc>
                  <a:txBody>
                    <a:bodyPr/>
                    <a:lstStyle/>
                    <a:p>
                      <a:r>
                        <a:rPr kumimoji="1" lang="en" altLang="en-US" sz="1100">
                          <a:latin typeface="+mn-ea"/>
                          <a:ea typeface="+mn-ea"/>
                        </a:rPr>
                        <a:t>Pre-release Basic Verification Results Report</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Internal Information</a:t>
                      </a:r>
                    </a:p>
                  </a:txBody>
                  <a:tcPr>
                    <a:noFill/>
                  </a:tcPr>
                </a:tc>
                <a:tc>
                  <a:txBody>
                    <a:bodyPr/>
                    <a:lstStyle/>
                    <a:p>
                      <a:r>
                        <a:rPr kumimoji="1" lang="en" altLang="en-US" sz="1100">
                          <a:latin typeface="+mn-ea"/>
                          <a:ea typeface="+mn-ea"/>
                        </a:rPr>
                        <a:t>Report on the results of evaluating whether the basic functions work correctly</a:t>
                      </a:r>
                    </a:p>
                  </a:txBody>
                  <a:tcPr>
                    <a:noFill/>
                  </a:tcPr>
                </a:tc>
                <a:extLst>
                  <a:ext uri="{0D108BD9-81ED-4DB2-BD59-A6C34878D82A}">
                    <a16:rowId xmlns:a16="http://schemas.microsoft.com/office/drawing/2014/main" val="81669387"/>
                  </a:ext>
                </a:extLst>
              </a:tr>
              <a:tr h="174541">
                <a:tc rowSpan="7">
                  <a:txBody>
                    <a:bodyPr/>
                    <a:lstStyle/>
                    <a:p>
                      <a:r>
                        <a:rPr kumimoji="1" lang="en" altLang="en-US" sz="1100">
                          <a:latin typeface="+mn-ea"/>
                          <a:ea typeface="+mn-ea"/>
                        </a:rPr>
                        <a:t>Somewhere in each process</a:t>
                      </a:r>
                    </a:p>
                  </a:txBody>
                  <a:tcPr>
                    <a:noFill/>
                  </a:tcPr>
                </a:tc>
                <a:tc>
                  <a:txBody>
                    <a:bodyPr/>
                    <a:lstStyle/>
                    <a:p>
                      <a:r>
                        <a:rPr kumimoji="1" lang="en" altLang="ja-JP" sz="1100">
                          <a:latin typeface="+mn-ea"/>
                          <a:ea typeface="+mn-ea"/>
                        </a:rPr>
                        <a:t>OSS Application Form</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Quality Assurance Evidence</a:t>
                      </a:r>
                    </a:p>
                  </a:txBody>
                  <a:tcPr>
                    <a:noFill/>
                  </a:tcPr>
                </a:tc>
                <a:tc>
                  <a:txBody>
                    <a:bodyPr/>
                    <a:lstStyle/>
                    <a:p>
                      <a:r>
                        <a:rPr kumimoji="1" lang="en" altLang="en-US" sz="1100">
                          <a:latin typeface="+mn-ea"/>
                          <a:ea typeface="+mn-ea"/>
                        </a:rPr>
                        <a:t>A document that summarizes the library name, version, license name, etc. of the OSS you are using</a:t>
                      </a:r>
                      <a:endParaRPr kumimoji="1" lang="en-US" altLang="ja-JP" sz="1100">
                        <a:latin typeface="+mn-ea"/>
                        <a:ea typeface="+mn-ea"/>
                      </a:endParaRPr>
                    </a:p>
                    <a:p>
                      <a:r>
                        <a:rPr kumimoji="1" lang="en" altLang="en-US" sz="1100">
                          <a:latin typeface="+mn-ea"/>
                          <a:ea typeface="+mn-ea"/>
                        </a:rPr>
                        <a:t>(DNJP Specified Format)</a:t>
                      </a:r>
                    </a:p>
                  </a:txBody>
                  <a:tcPr>
                    <a:noFill/>
                  </a:tcPr>
                </a:tc>
                <a:extLst>
                  <a:ext uri="{0D108BD9-81ED-4DB2-BD59-A6C34878D82A}">
                    <a16:rowId xmlns:a16="http://schemas.microsoft.com/office/drawing/2014/main" val="1257639196"/>
                  </a:ext>
                </a:extLst>
              </a:tr>
              <a:tr h="160571">
                <a:tc vMerge="1">
                  <a:txBody>
                    <a:bodyPr/>
                    <a:lstStyle/>
                    <a:p>
                      <a:endParaRPr kumimoji="1" lang="ja-JP" altLang="en-US" sz="1100">
                        <a:latin typeface="+mn-ea"/>
                        <a:ea typeface="+mn-ea"/>
                      </a:endParaRPr>
                    </a:p>
                  </a:txBody>
                  <a:tcPr>
                    <a:noFill/>
                  </a:tcPr>
                </a:tc>
                <a:tc>
                  <a:txBody>
                    <a:bodyPr/>
                    <a:lstStyle/>
                    <a:p>
                      <a:r>
                        <a:rPr kumimoji="1" lang="en" altLang="ja-JP" sz="1100">
                          <a:solidFill>
                            <a:srgbClr val="0070C0"/>
                          </a:solidFill>
                          <a:latin typeface="+mn-ea"/>
                          <a:ea typeface="+mn-ea"/>
                        </a:rPr>
                        <a:t>OSS Shipping Confirmation (Core SDK, Control SDK)</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Quality Assurance Evidence</a:t>
                      </a:r>
                    </a:p>
                  </a:txBody>
                  <a:tcPr>
                    <a:noFill/>
                  </a:tcPr>
                </a:tc>
                <a:tc>
                  <a:txBody>
                    <a:bodyPr/>
                    <a:lstStyle/>
                    <a:p>
                      <a:r>
                        <a:rPr kumimoji="1" lang="en" altLang="en-US" sz="1100">
                          <a:latin typeface="+mn-ea"/>
                          <a:ea typeface="+mn-ea"/>
                        </a:rPr>
                        <a:t>Documentation of proper completion of OSS management for customer deliveries</a:t>
                      </a:r>
                      <a:endParaRPr kumimoji="1" lang="en-US" altLang="ja-JP" sz="1100">
                        <a:latin typeface="+mn-ea"/>
                        <a:ea typeface="+mn-ea"/>
                      </a:endParaRPr>
                    </a:p>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(DNJP Specified Format)</a:t>
                      </a:r>
                    </a:p>
                  </a:txBody>
                  <a:tcPr>
                    <a:noFill/>
                  </a:tcPr>
                </a:tc>
                <a:extLst>
                  <a:ext uri="{0D108BD9-81ED-4DB2-BD59-A6C34878D82A}">
                    <a16:rowId xmlns:a16="http://schemas.microsoft.com/office/drawing/2014/main" val="1407497686"/>
                  </a:ext>
                </a:extLst>
              </a:tr>
              <a:tr h="0">
                <a:tc vMerge="1">
                  <a:txBody>
                    <a:bodyPr/>
                    <a:lstStyle/>
                    <a:p>
                      <a:endParaRPr kumimoji="1" lang="ja-JP" altLang="en-US" sz="1100">
                        <a:latin typeface="+mn-ea"/>
                        <a:ea typeface="+mn-ea"/>
                      </a:endParaRPr>
                    </a:p>
                  </a:txBody>
                  <a:tcPr>
                    <a:noFill/>
                  </a:tcPr>
                </a:tc>
                <a:tc>
                  <a:txBody>
                    <a:bodyPr/>
                    <a:lstStyle/>
                    <a:p>
                      <a:r>
                        <a:rPr kumimoji="1" lang="en" altLang="ja-JP" sz="1100">
                          <a:latin typeface="+mn-ea"/>
                          <a:ea typeface="+mn-ea"/>
                        </a:rPr>
                        <a:t>[TMC format] OSS application form (core SDK and control SDK)</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Customer Releases</a:t>
                      </a:r>
                    </a:p>
                  </a:txBody>
                  <a:tcPr>
                    <a:noFill/>
                  </a:tcPr>
                </a:tc>
                <a:tc>
                  <a:txBody>
                    <a:bodyPr/>
                    <a:lstStyle/>
                    <a:p>
                      <a:r>
                        <a:rPr kumimoji="1" lang="en" altLang="en-US" sz="1100">
                          <a:latin typeface="+mn-ea"/>
                          <a:ea typeface="+mn-ea"/>
                        </a:rPr>
                        <a:t>A document that summarizes the library name, version, license name, etc. of the OSS you are using</a:t>
                      </a:r>
                      <a:endParaRPr kumimoji="1" lang="en-US" altLang="ja-JP" sz="1100">
                        <a:latin typeface="+mn-ea"/>
                        <a:ea typeface="+mn-ea"/>
                      </a:endParaRPr>
                    </a:p>
                    <a:p>
                      <a:r>
                        <a:rPr kumimoji="1" lang="en" altLang="en-US" sz="1100">
                          <a:latin typeface="+mn-ea"/>
                          <a:ea typeface="+mn-ea"/>
                        </a:rPr>
                        <a:t>(TMC Specified Format)</a:t>
                      </a:r>
                    </a:p>
                  </a:txBody>
                  <a:tcPr>
                    <a:noFill/>
                  </a:tcPr>
                </a:tc>
                <a:extLst>
                  <a:ext uri="{0D108BD9-81ED-4DB2-BD59-A6C34878D82A}">
                    <a16:rowId xmlns:a16="http://schemas.microsoft.com/office/drawing/2014/main" val="2912901574"/>
                  </a:ext>
                </a:extLst>
              </a:tr>
              <a:tr h="186958">
                <a:tc vMerge="1">
                  <a:txBody>
                    <a:bodyPr/>
                    <a:lstStyle/>
                    <a:p>
                      <a:endParaRPr kumimoji="1" lang="ja-JP" altLang="en-US" sz="1100">
                        <a:latin typeface="+mn-ea"/>
                        <a:ea typeface="+mn-ea"/>
                      </a:endParaRPr>
                    </a:p>
                  </a:txBody>
                  <a:tcPr>
                    <a:noFill/>
                  </a:tcPr>
                </a:tc>
                <a:tc>
                  <a:txBody>
                    <a:bodyPr/>
                    <a:lstStyle/>
                    <a:p>
                      <a:r>
                        <a:rPr kumimoji="1" lang="en" altLang="en-US" sz="1100">
                          <a:latin typeface="+mn-ea"/>
                          <a:ea typeface="+mn-ea"/>
                        </a:rPr>
                        <a:t>Developer's Manual (Core SDK and Control SDK)</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Customer Releases</a:t>
                      </a:r>
                    </a:p>
                  </a:txBody>
                  <a:tcPr>
                    <a:noFill/>
                  </a:tcPr>
                </a:tc>
                <a:tc>
                  <a:txBody>
                    <a:bodyPr/>
                    <a:lstStyle/>
                    <a:p>
                      <a:r>
                        <a:rPr kumimoji="1" lang="en" altLang="ja-JP" sz="1100">
                          <a:latin typeface="+mn-ea"/>
                          <a:ea typeface="+mn-ea"/>
                        </a:rPr>
                        <a:t>Documentation to explain how to use the SDK to customer developers</a:t>
                      </a:r>
                    </a:p>
                  </a:txBody>
                  <a:tcPr>
                    <a:noFill/>
                  </a:tcPr>
                </a:tc>
                <a:extLst>
                  <a:ext uri="{0D108BD9-81ED-4DB2-BD59-A6C34878D82A}">
                    <a16:rowId xmlns:a16="http://schemas.microsoft.com/office/drawing/2014/main" val="3624128011"/>
                  </a:ext>
                </a:extLst>
              </a:tr>
              <a:tr h="175528">
                <a:tc vMerge="1">
                  <a:txBody>
                    <a:bodyPr/>
                    <a:lstStyle/>
                    <a:p>
                      <a:endParaRPr kumimoji="1" lang="ja-JP" altLang="en-US" sz="1100">
                        <a:latin typeface="+mn-ea"/>
                        <a:ea typeface="+mn-ea"/>
                      </a:endParaRPr>
                    </a:p>
                  </a:txBody>
                  <a:tcPr>
                    <a:noFill/>
                  </a:tcPr>
                </a:tc>
                <a:tc>
                  <a:txBody>
                    <a:bodyPr/>
                    <a:lstStyle/>
                    <a:p>
                      <a:r>
                        <a:rPr kumimoji="1" lang="en" altLang="ja-JP" sz="1100">
                          <a:latin typeface="+mn-ea"/>
                          <a:ea typeface="+mn-ea"/>
                        </a:rPr>
                        <a:t>SDK Information</a:t>
                      </a:r>
                      <a:endParaRPr kumimoji="1" lang="ja-JP" altLang="en-US" sz="1100">
                        <a:latin typeface="+mn-ea"/>
                        <a:ea typeface="+mn-ea"/>
                      </a:endParaRP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Customer Releases</a:t>
                      </a:r>
                    </a:p>
                  </a:txBody>
                  <a:tcPr>
                    <a:noFill/>
                  </a:tcPr>
                </a:tc>
                <a:tc>
                  <a:txBody>
                    <a:bodyPr/>
                    <a:lstStyle/>
                    <a:p>
                      <a:r>
                        <a:rPr kumimoji="1" lang="en" altLang="en-US" sz="1100">
                          <a:latin typeface="+mn-ea"/>
                          <a:ea typeface="+mn-ea"/>
                        </a:rPr>
                        <a:t>Documentation listing information on SDKs (including DA) used by customers to develop apps</a:t>
                      </a:r>
                    </a:p>
                  </a:txBody>
                  <a:tcPr>
                    <a:noFill/>
                  </a:tcPr>
                </a:tc>
                <a:extLst>
                  <a:ext uri="{0D108BD9-81ED-4DB2-BD59-A6C34878D82A}">
                    <a16:rowId xmlns:a16="http://schemas.microsoft.com/office/drawing/2014/main" val="3642861247"/>
                  </a:ext>
                </a:extLst>
              </a:tr>
              <a:tr h="128821">
                <a:tc vMerge="1">
                  <a:txBody>
                    <a:bodyPr/>
                    <a:lstStyle/>
                    <a:p>
                      <a:endParaRPr kumimoji="1" lang="ja-JP" altLang="en-US" sz="1100">
                        <a:latin typeface="+mn-ea"/>
                        <a:ea typeface="+mn-ea"/>
                      </a:endParaRPr>
                    </a:p>
                  </a:txBody>
                  <a:tcPr>
                    <a:noFill/>
                  </a:tcPr>
                </a:tc>
                <a:tc>
                  <a:txBody>
                    <a:bodyPr/>
                    <a:lstStyle/>
                    <a:p>
                      <a:r>
                        <a:rPr kumimoji="1" lang="en" altLang="ja-JP" sz="1100">
                          <a:solidFill>
                            <a:srgbClr val="0070C0"/>
                          </a:solidFill>
                          <a:latin typeface="+mn-ea"/>
                          <a:ea typeface="+mn-ea"/>
                        </a:rPr>
                        <a:t>Change Point List</a:t>
                      </a:r>
                      <a:endParaRPr kumimoji="1" lang="ja-JP" altLang="en-US" sz="1100">
                        <a:solidFill>
                          <a:srgbClr val="0070C0"/>
                        </a:solidFill>
                        <a:latin typeface="+mn-ea"/>
                        <a:ea typeface="+mn-ea"/>
                      </a:endParaRP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Customer Releases</a:t>
                      </a:r>
                    </a:p>
                  </a:txBody>
                  <a:tcPr>
                    <a:noFill/>
                  </a:tcPr>
                </a:tc>
                <a:tc>
                  <a:txBody>
                    <a:bodyPr/>
                    <a:lstStyle/>
                    <a:p>
                      <a:r>
                        <a:rPr kumimoji="1" lang="en" altLang="en-US" sz="1100">
                          <a:latin typeface="+mn-ea"/>
                          <a:ea typeface="+mn-ea"/>
                        </a:rPr>
                        <a:t>A list of where changes were made to the SDK, Server, IF, etc. for the changed items</a:t>
                      </a:r>
                      <a:endParaRPr kumimoji="1" lang="en-US" altLang="ja-JP" sz="1100">
                        <a:latin typeface="+mn-ea"/>
                        <a:ea typeface="+mn-ea"/>
                      </a:endParaRPr>
                    </a:p>
                    <a:p>
                      <a:r>
                        <a:rPr kumimoji="1" lang="en" altLang="en-US" sz="1100">
                          <a:latin typeface="+mn-ea"/>
                          <a:ea typeface="+mn-ea"/>
                        </a:rPr>
                        <a:t>Documentation</a:t>
                      </a:r>
                    </a:p>
                  </a:txBody>
                  <a:tcPr>
                    <a:noFill/>
                  </a:tcPr>
                </a:tc>
                <a:extLst>
                  <a:ext uri="{0D108BD9-81ED-4DB2-BD59-A6C34878D82A}">
                    <a16:rowId xmlns:a16="http://schemas.microsoft.com/office/drawing/2014/main" val="2027745903"/>
                  </a:ext>
                </a:extLst>
              </a:tr>
              <a:tr h="0">
                <a:tc vMerge="1">
                  <a:txBody>
                    <a:bodyPr/>
                    <a:lstStyle/>
                    <a:p>
                      <a:endParaRPr kumimoji="1" lang="ja-JP" altLang="en-US" sz="1100">
                        <a:latin typeface="+mn-ea"/>
                        <a:ea typeface="+mn-ea"/>
                      </a:endParaRP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ja-JP" sz="1100">
                          <a:latin typeface="+mn-ea"/>
                          <a:ea typeface="+mn-ea"/>
                        </a:rPr>
                        <a:t>SDK Update Development Environment Libraries</a:t>
                      </a:r>
                    </a:p>
                  </a:txBody>
                  <a:tcP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100">
                          <a:latin typeface="+mn-ea"/>
                          <a:ea typeface="+mn-ea"/>
                        </a:rPr>
                        <a:t>Customer Releases</a:t>
                      </a:r>
                    </a:p>
                  </a:txBody>
                  <a:tcPr>
                    <a:noFill/>
                  </a:tcPr>
                </a:tc>
                <a:tc>
                  <a:txBody>
                    <a:bodyPr/>
                    <a:lstStyle/>
                    <a:p>
                      <a:r>
                        <a:rPr kumimoji="1" lang="en" altLang="en-US" sz="1100">
                          <a:latin typeface="+mn-ea"/>
                          <a:ea typeface="+mn-ea"/>
                        </a:rPr>
                        <a:t>Documentation for sharing changes to the development environment (including the OSS used) with customers</a:t>
                      </a:r>
                      <a:endParaRPr kumimoji="1" lang="en-US" altLang="ja-JP" sz="1100">
                        <a:latin typeface="+mn-ea"/>
                        <a:ea typeface="+mn-ea"/>
                      </a:endParaRPr>
                    </a:p>
                    <a:p>
                      <a:r>
                        <a:rPr kumimoji="1" lang="en" altLang="en-US" sz="1100">
                          <a:latin typeface="+mn-ea"/>
                          <a:ea typeface="+mn-ea"/>
                        </a:rPr>
                        <a:t>Must be provided before delivery to the customer</a:t>
                      </a:r>
                    </a:p>
                  </a:txBody>
                  <a:tcPr>
                    <a:noFill/>
                  </a:tcPr>
                </a:tc>
                <a:extLst>
                  <a:ext uri="{0D108BD9-81ED-4DB2-BD59-A6C34878D82A}">
                    <a16:rowId xmlns:a16="http://schemas.microsoft.com/office/drawing/2014/main" val="2202786939"/>
                  </a:ext>
                </a:extLst>
              </a:tr>
            </a:tbl>
          </a:graphicData>
        </a:graphic>
      </p:graphicFrame>
      <p:sp>
        <p:nvSpPr>
          <p:cNvPr id="7" name="テキスト ボックス 6">
            <a:extLst>
              <a:ext uri="{FF2B5EF4-FFF2-40B4-BE49-F238E27FC236}">
                <a16:creationId xmlns:a16="http://schemas.microsoft.com/office/drawing/2014/main" id="{728AC1B2-E0B0-28F1-A670-D6F838CAD336}"/>
              </a:ext>
            </a:extLst>
          </p:cNvPr>
          <p:cNvSpPr txBox="1"/>
          <p:nvPr/>
        </p:nvSpPr>
        <p:spPr>
          <a:xfrm>
            <a:off x="8534400" y="-36814"/>
            <a:ext cx="3657600" cy="261610"/>
          </a:xfrm>
          <a:prstGeom prst="rect">
            <a:avLst/>
          </a:prstGeom>
          <a:noFill/>
        </p:spPr>
        <p:txBody>
          <a:bodyPr wrap="square">
            <a:spAutoFit/>
          </a:bodyPr>
          <a:lstStyle/>
          <a:p>
            <a:r>
              <a:rPr lang="en" altLang="en-US" sz="1100"/>
              <a:t>The blue letter deliverables were created by DNJP. Other than that, it will be entrusted to FPT.</a:t>
            </a:r>
          </a:p>
        </p:txBody>
      </p:sp>
    </p:spTree>
    <p:extLst>
      <p:ext uri="{BB962C8B-B14F-4D97-AF65-F5344CB8AC3E}">
        <p14:creationId xmlns:p14="http://schemas.microsoft.com/office/powerpoint/2010/main" val="2866412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51B8BD0-9394-1E55-B9D2-D28F9FE6DCA5}"/>
              </a:ext>
            </a:extLst>
          </p:cNvPr>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3" name="スライド番号プレースホルダー 2">
            <a:extLst>
              <a:ext uri="{FF2B5EF4-FFF2-40B4-BE49-F238E27FC236}">
                <a16:creationId xmlns:a16="http://schemas.microsoft.com/office/drawing/2014/main" id="{346CC508-A569-2DEF-7F63-F25C2A347829}"/>
              </a:ext>
            </a:extLst>
          </p:cNvPr>
          <p:cNvSpPr>
            <a:spLocks noGrp="1"/>
          </p:cNvSpPr>
          <p:nvPr>
            <p:ph type="sldNum" sz="quarter" idx="11"/>
          </p:nvPr>
        </p:nvSpPr>
        <p:spPr/>
        <p:txBody>
          <a:bodyPr/>
          <a:lstStyle/>
          <a:p>
            <a:fld id="{A4345066-4952-40C1-BC8B-CE2851EC3EF2}" type="slidenum">
              <a:rPr lang="ja-JP" altLang="en-US" smtClean="0">
                <a:solidFill>
                  <a:schemeClr val="bg1">
                    <a:lumMod val="65000"/>
                  </a:schemeClr>
                </a:solidFill>
                <a:ea typeface="Yu Gothic UI Light" panose="020B0300000000000000" pitchFamily="50" charset="-128"/>
              </a:rPr>
              <a:pPr/>
              <a:t>10</a:t>
            </a:fld>
            <a:endParaRPr lang="en-US" altLang="ja-JP" sz="900">
              <a:solidFill>
                <a:schemeClr val="bg1">
                  <a:lumMod val="65000"/>
                </a:schemeClr>
              </a:solidFill>
              <a:ea typeface="Yu Gothic UI Light" panose="020B0300000000000000" pitchFamily="50" charset="-128"/>
            </a:endParaRPr>
          </a:p>
        </p:txBody>
      </p:sp>
      <p:sp>
        <p:nvSpPr>
          <p:cNvPr id="4" name="テキスト プレースホルダー 3">
            <a:extLst>
              <a:ext uri="{FF2B5EF4-FFF2-40B4-BE49-F238E27FC236}">
                <a16:creationId xmlns:a16="http://schemas.microsoft.com/office/drawing/2014/main" id="{C6808F17-F388-1097-E51F-C14B313A754B}"/>
              </a:ext>
            </a:extLst>
          </p:cNvPr>
          <p:cNvSpPr>
            <a:spLocks noGrp="1"/>
          </p:cNvSpPr>
          <p:nvPr>
            <p:ph type="body" sz="quarter" idx="16"/>
          </p:nvPr>
        </p:nvSpPr>
        <p:spPr/>
        <p:txBody>
          <a:bodyPr/>
          <a:lstStyle/>
          <a:p>
            <a:endParaRPr kumimoji="1" lang="ja-JP" altLang="en-US"/>
          </a:p>
        </p:txBody>
      </p:sp>
      <p:sp>
        <p:nvSpPr>
          <p:cNvPr id="5" name="タイトル 4">
            <a:extLst>
              <a:ext uri="{FF2B5EF4-FFF2-40B4-BE49-F238E27FC236}">
                <a16:creationId xmlns:a16="http://schemas.microsoft.com/office/drawing/2014/main" id="{3D2B209A-2295-FF17-5089-C3E322A33F59}"/>
              </a:ext>
            </a:extLst>
          </p:cNvPr>
          <p:cNvSpPr>
            <a:spLocks noGrp="1"/>
          </p:cNvSpPr>
          <p:nvPr>
            <p:ph type="title"/>
          </p:nvPr>
        </p:nvSpPr>
        <p:spPr/>
        <p:txBody>
          <a:bodyPr/>
          <a:lstStyle/>
          <a:p>
            <a:r>
              <a:rPr kumimoji="1" lang="en" altLang="ja-JP"/>
              <a:t>7. (1) Overview of SDK Modification, Maintenance and Development</a:t>
            </a:r>
            <a:endParaRPr kumimoji="1" lang="ja-JP" altLang="en-US"/>
          </a:p>
        </p:txBody>
      </p:sp>
      <p:graphicFrame>
        <p:nvGraphicFramePr>
          <p:cNvPr id="7" name="表 6">
            <a:extLst>
              <a:ext uri="{FF2B5EF4-FFF2-40B4-BE49-F238E27FC236}">
                <a16:creationId xmlns:a16="http://schemas.microsoft.com/office/drawing/2014/main" id="{DA4A3BD2-F807-E28B-AF8C-8264FB1979B5}"/>
              </a:ext>
            </a:extLst>
          </p:cNvPr>
          <p:cNvGraphicFramePr>
            <a:graphicFrameLocks noGrp="1"/>
          </p:cNvGraphicFramePr>
          <p:nvPr>
            <p:extLst>
              <p:ext uri="{D42A27DB-BD31-4B8C-83A1-F6EECF244321}">
                <p14:modId xmlns:p14="http://schemas.microsoft.com/office/powerpoint/2010/main" val="1639831912"/>
              </p:ext>
            </p:extLst>
          </p:nvPr>
        </p:nvGraphicFramePr>
        <p:xfrm>
          <a:off x="313086" y="1054008"/>
          <a:ext cx="11452200" cy="1378347"/>
        </p:xfrm>
        <a:graphic>
          <a:graphicData uri="http://schemas.openxmlformats.org/drawingml/2006/table">
            <a:tbl>
              <a:tblPr firstRow="1" bandRow="1">
                <a:tableStyleId>{5940675A-B579-460E-94D1-54222C63F5DA}</a:tableStyleId>
              </a:tblPr>
              <a:tblGrid>
                <a:gridCol w="954350">
                  <a:extLst>
                    <a:ext uri="{9D8B030D-6E8A-4147-A177-3AD203B41FA5}">
                      <a16:colId xmlns:a16="http://schemas.microsoft.com/office/drawing/2014/main" val="3395179227"/>
                    </a:ext>
                  </a:extLst>
                </a:gridCol>
                <a:gridCol w="954350">
                  <a:extLst>
                    <a:ext uri="{9D8B030D-6E8A-4147-A177-3AD203B41FA5}">
                      <a16:colId xmlns:a16="http://schemas.microsoft.com/office/drawing/2014/main" val="1503975894"/>
                    </a:ext>
                  </a:extLst>
                </a:gridCol>
                <a:gridCol w="954350">
                  <a:extLst>
                    <a:ext uri="{9D8B030D-6E8A-4147-A177-3AD203B41FA5}">
                      <a16:colId xmlns:a16="http://schemas.microsoft.com/office/drawing/2014/main" val="3638252509"/>
                    </a:ext>
                  </a:extLst>
                </a:gridCol>
                <a:gridCol w="954350">
                  <a:extLst>
                    <a:ext uri="{9D8B030D-6E8A-4147-A177-3AD203B41FA5}">
                      <a16:colId xmlns:a16="http://schemas.microsoft.com/office/drawing/2014/main" val="507010186"/>
                    </a:ext>
                  </a:extLst>
                </a:gridCol>
                <a:gridCol w="954350">
                  <a:extLst>
                    <a:ext uri="{9D8B030D-6E8A-4147-A177-3AD203B41FA5}">
                      <a16:colId xmlns:a16="http://schemas.microsoft.com/office/drawing/2014/main" val="2312317565"/>
                    </a:ext>
                  </a:extLst>
                </a:gridCol>
                <a:gridCol w="954350">
                  <a:extLst>
                    <a:ext uri="{9D8B030D-6E8A-4147-A177-3AD203B41FA5}">
                      <a16:colId xmlns:a16="http://schemas.microsoft.com/office/drawing/2014/main" val="1104495272"/>
                    </a:ext>
                  </a:extLst>
                </a:gridCol>
                <a:gridCol w="954350">
                  <a:extLst>
                    <a:ext uri="{9D8B030D-6E8A-4147-A177-3AD203B41FA5}">
                      <a16:colId xmlns:a16="http://schemas.microsoft.com/office/drawing/2014/main" val="2139511875"/>
                    </a:ext>
                  </a:extLst>
                </a:gridCol>
                <a:gridCol w="954350">
                  <a:extLst>
                    <a:ext uri="{9D8B030D-6E8A-4147-A177-3AD203B41FA5}">
                      <a16:colId xmlns:a16="http://schemas.microsoft.com/office/drawing/2014/main" val="2443191322"/>
                    </a:ext>
                  </a:extLst>
                </a:gridCol>
                <a:gridCol w="954350">
                  <a:extLst>
                    <a:ext uri="{9D8B030D-6E8A-4147-A177-3AD203B41FA5}">
                      <a16:colId xmlns:a16="http://schemas.microsoft.com/office/drawing/2014/main" val="4048490844"/>
                    </a:ext>
                  </a:extLst>
                </a:gridCol>
                <a:gridCol w="954350">
                  <a:extLst>
                    <a:ext uri="{9D8B030D-6E8A-4147-A177-3AD203B41FA5}">
                      <a16:colId xmlns:a16="http://schemas.microsoft.com/office/drawing/2014/main" val="1807299946"/>
                    </a:ext>
                  </a:extLst>
                </a:gridCol>
                <a:gridCol w="954350">
                  <a:extLst>
                    <a:ext uri="{9D8B030D-6E8A-4147-A177-3AD203B41FA5}">
                      <a16:colId xmlns:a16="http://schemas.microsoft.com/office/drawing/2014/main" val="1172305285"/>
                    </a:ext>
                  </a:extLst>
                </a:gridCol>
                <a:gridCol w="954350">
                  <a:extLst>
                    <a:ext uri="{9D8B030D-6E8A-4147-A177-3AD203B41FA5}">
                      <a16:colId xmlns:a16="http://schemas.microsoft.com/office/drawing/2014/main" val="2193620736"/>
                    </a:ext>
                  </a:extLst>
                </a:gridCol>
              </a:tblGrid>
              <a:tr h="332443">
                <a:tc>
                  <a:txBody>
                    <a:bodyPr/>
                    <a:lstStyle/>
                    <a:p>
                      <a:r>
                        <a:rPr kumimoji="1" lang="en" altLang="ja-JP" sz="1400">
                          <a:latin typeface="+mn-ea"/>
                          <a:ea typeface="+mn-ea"/>
                        </a:rPr>
                        <a:t>April</a:t>
                      </a:r>
                    </a:p>
                  </a:txBody>
                  <a:tcPr>
                    <a:solidFill>
                      <a:schemeClr val="bg1">
                        <a:lumMod val="85000"/>
                      </a:schemeClr>
                    </a:solidFill>
                  </a:tcPr>
                </a:tc>
                <a:tc>
                  <a:txBody>
                    <a:bodyPr/>
                    <a:lstStyle/>
                    <a:p>
                      <a:r>
                        <a:rPr kumimoji="1" lang="en" altLang="ja-JP" sz="1400">
                          <a:latin typeface="+mn-ea"/>
                          <a:ea typeface="+mn-ea"/>
                        </a:rPr>
                        <a:t>May</a:t>
                      </a:r>
                    </a:p>
                  </a:txBody>
                  <a:tcPr>
                    <a:solidFill>
                      <a:schemeClr val="bg1">
                        <a:lumMod val="85000"/>
                      </a:schemeClr>
                    </a:solidFill>
                  </a:tcPr>
                </a:tc>
                <a:tc>
                  <a:txBody>
                    <a:bodyPr/>
                    <a:lstStyle/>
                    <a:p>
                      <a:r>
                        <a:rPr kumimoji="1" lang="en" altLang="ja-JP" sz="1400">
                          <a:latin typeface="+mn-ea"/>
                          <a:ea typeface="+mn-ea"/>
                        </a:rPr>
                        <a:t>June</a:t>
                      </a:r>
                    </a:p>
                  </a:txBody>
                  <a:tcPr>
                    <a:solidFill>
                      <a:schemeClr val="bg1">
                        <a:lumMod val="85000"/>
                      </a:schemeClr>
                    </a:solidFill>
                  </a:tcPr>
                </a:tc>
                <a:tc>
                  <a:txBody>
                    <a:bodyPr/>
                    <a:lstStyle/>
                    <a:p>
                      <a:r>
                        <a:rPr kumimoji="1" lang="en" altLang="ja-JP" sz="1400">
                          <a:latin typeface="+mn-ea"/>
                          <a:ea typeface="+mn-ea"/>
                        </a:rPr>
                        <a:t>July</a:t>
                      </a:r>
                    </a:p>
                  </a:txBody>
                  <a:tcPr>
                    <a:solidFill>
                      <a:schemeClr val="bg1">
                        <a:lumMod val="85000"/>
                      </a:schemeClr>
                    </a:solidFill>
                  </a:tcPr>
                </a:tc>
                <a:tc>
                  <a:txBody>
                    <a:bodyPr/>
                    <a:lstStyle/>
                    <a:p>
                      <a:r>
                        <a:rPr kumimoji="1" lang="en" altLang="ja-JP" sz="1400">
                          <a:latin typeface="+mn-ea"/>
                          <a:ea typeface="+mn-ea"/>
                        </a:rPr>
                        <a:t>August</a:t>
                      </a:r>
                    </a:p>
                  </a:txBody>
                  <a:tcPr>
                    <a:solidFill>
                      <a:schemeClr val="bg1">
                        <a:lumMod val="85000"/>
                      </a:schemeClr>
                    </a:solidFill>
                  </a:tcPr>
                </a:tc>
                <a:tc>
                  <a:txBody>
                    <a:bodyPr/>
                    <a:lstStyle/>
                    <a:p>
                      <a:r>
                        <a:rPr kumimoji="1" lang="en" altLang="ja-JP" sz="1400">
                          <a:latin typeface="+mn-ea"/>
                          <a:ea typeface="+mn-ea"/>
                        </a:rPr>
                        <a:t>September</a:t>
                      </a:r>
                    </a:p>
                  </a:txBody>
                  <a:tcPr>
                    <a:solidFill>
                      <a:schemeClr val="bg1">
                        <a:lumMod val="85000"/>
                      </a:schemeClr>
                    </a:solidFill>
                  </a:tcPr>
                </a:tc>
                <a:tc>
                  <a:txBody>
                    <a:bodyPr/>
                    <a:lstStyle/>
                    <a:p>
                      <a:r>
                        <a:rPr kumimoji="1" lang="en" altLang="ja-JP" sz="1400">
                          <a:latin typeface="+mn-ea"/>
                          <a:ea typeface="+mn-ea"/>
                        </a:rPr>
                        <a:t>October</a:t>
                      </a:r>
                    </a:p>
                  </a:txBody>
                  <a:tcPr>
                    <a:solidFill>
                      <a:schemeClr val="bg1">
                        <a:lumMod val="85000"/>
                      </a:schemeClr>
                    </a:solidFill>
                  </a:tcPr>
                </a:tc>
                <a:tc>
                  <a:txBody>
                    <a:bodyPr/>
                    <a:lstStyle/>
                    <a:p>
                      <a:r>
                        <a:rPr kumimoji="1" lang="en" altLang="ja-JP" sz="1400">
                          <a:latin typeface="+mn-ea"/>
                          <a:ea typeface="+mn-ea"/>
                        </a:rPr>
                        <a:t>November</a:t>
                      </a:r>
                    </a:p>
                  </a:txBody>
                  <a:tcPr>
                    <a:solidFill>
                      <a:schemeClr val="bg1">
                        <a:lumMod val="85000"/>
                      </a:schemeClr>
                    </a:solidFill>
                  </a:tcPr>
                </a:tc>
                <a:tc>
                  <a:txBody>
                    <a:bodyPr/>
                    <a:lstStyle/>
                    <a:p>
                      <a:r>
                        <a:rPr kumimoji="1" lang="en" altLang="ja-JP" sz="1400">
                          <a:latin typeface="+mn-ea"/>
                          <a:ea typeface="+mn-ea"/>
                        </a:rPr>
                        <a:t>December</a:t>
                      </a:r>
                    </a:p>
                  </a:txBody>
                  <a:tcPr>
                    <a:solidFill>
                      <a:schemeClr val="bg1">
                        <a:lumMod val="85000"/>
                      </a:schemeClr>
                    </a:solidFill>
                  </a:tcPr>
                </a:tc>
                <a:tc>
                  <a:txBody>
                    <a:bodyPr/>
                    <a:lstStyle/>
                    <a:p>
                      <a:r>
                        <a:rPr kumimoji="1" lang="en" altLang="ja-JP" sz="1400">
                          <a:latin typeface="+mn-ea"/>
                          <a:ea typeface="+mn-ea"/>
                        </a:rPr>
                        <a:t>January</a:t>
                      </a:r>
                    </a:p>
                  </a:txBody>
                  <a:tcPr>
                    <a:solidFill>
                      <a:schemeClr val="bg1">
                        <a:lumMod val="85000"/>
                      </a:schemeClr>
                    </a:solidFill>
                  </a:tcPr>
                </a:tc>
                <a:tc>
                  <a:txBody>
                    <a:bodyPr/>
                    <a:lstStyle/>
                    <a:p>
                      <a:r>
                        <a:rPr kumimoji="1" lang="en" altLang="ja-JP" sz="1400">
                          <a:latin typeface="+mn-ea"/>
                          <a:ea typeface="+mn-ea"/>
                        </a:rPr>
                        <a:t>February</a:t>
                      </a:r>
                    </a:p>
                  </a:txBody>
                  <a:tcPr>
                    <a:solidFill>
                      <a:schemeClr val="bg1">
                        <a:lumMod val="85000"/>
                      </a:schemeClr>
                    </a:solidFill>
                  </a:tcPr>
                </a:tc>
                <a:tc>
                  <a:txBody>
                    <a:bodyPr/>
                    <a:lstStyle/>
                    <a:p>
                      <a:r>
                        <a:rPr kumimoji="1" lang="en" altLang="ja-JP" sz="1400">
                          <a:latin typeface="+mn-ea"/>
                          <a:ea typeface="+mn-ea"/>
                        </a:rPr>
                        <a:t>March</a:t>
                      </a:r>
                    </a:p>
                  </a:txBody>
                  <a:tcPr>
                    <a:solidFill>
                      <a:schemeClr val="bg1">
                        <a:lumMod val="85000"/>
                      </a:schemeClr>
                    </a:solidFill>
                  </a:tcPr>
                </a:tc>
                <a:extLst>
                  <a:ext uri="{0D108BD9-81ED-4DB2-BD59-A6C34878D82A}">
                    <a16:rowId xmlns:a16="http://schemas.microsoft.com/office/drawing/2014/main" val="1171722686"/>
                  </a:ext>
                </a:extLst>
              </a:tr>
              <a:tr h="860187">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endParaRPr lang="en-US" altLang="ja-JP" sz="1400">
                        <a:latin typeface="+mn-ea"/>
                        <a:ea typeface="+mn-ea"/>
                      </a:endParaRPr>
                    </a:p>
                  </a:txBody>
                  <a:tcPr/>
                </a:tc>
                <a:tc>
                  <a:txBody>
                    <a:bodyPr/>
                    <a:lstStyle/>
                    <a:p>
                      <a:endParaRPr kumimoji="1" lang="en-US" altLang="ja-JP" sz="1400">
                        <a:latin typeface="+mn-ea"/>
                        <a:ea typeface="+mn-ea"/>
                      </a:endParaRPr>
                    </a:p>
                  </a:txBody>
                  <a:tcPr/>
                </a:tc>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extLst>
                  <a:ext uri="{0D108BD9-81ED-4DB2-BD59-A6C34878D82A}">
                    <a16:rowId xmlns:a16="http://schemas.microsoft.com/office/drawing/2014/main" val="2537114466"/>
                  </a:ext>
                </a:extLst>
              </a:tr>
            </a:tbl>
          </a:graphicData>
        </a:graphic>
      </p:graphicFrame>
      <p:sp>
        <p:nvSpPr>
          <p:cNvPr id="8" name="矢印: 五方向 7">
            <a:extLst>
              <a:ext uri="{FF2B5EF4-FFF2-40B4-BE49-F238E27FC236}">
                <a16:creationId xmlns:a16="http://schemas.microsoft.com/office/drawing/2014/main" id="{539AF5F2-C6C5-7693-1675-1014B749C9EB}"/>
              </a:ext>
            </a:extLst>
          </p:cNvPr>
          <p:cNvSpPr/>
          <p:nvPr/>
        </p:nvSpPr>
        <p:spPr>
          <a:xfrm>
            <a:off x="2804160" y="1462811"/>
            <a:ext cx="2766060" cy="183139"/>
          </a:xfrm>
          <a:prstGeom prst="homePlate">
            <a:avLst/>
          </a:prstGeom>
          <a:solidFill>
            <a:schemeClr val="tx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ja-JP" sz="1200">
                <a:solidFill>
                  <a:schemeClr val="tx1"/>
                </a:solidFill>
                <a:latin typeface="+mn-ea"/>
              </a:rPr>
              <a:t>Android maintenance and development</a:t>
            </a:r>
          </a:p>
        </p:txBody>
      </p:sp>
      <p:sp>
        <p:nvSpPr>
          <p:cNvPr id="9" name="矢印: 五方向 8">
            <a:extLst>
              <a:ext uri="{FF2B5EF4-FFF2-40B4-BE49-F238E27FC236}">
                <a16:creationId xmlns:a16="http://schemas.microsoft.com/office/drawing/2014/main" id="{8C1FFD1D-3793-4B49-F6E9-4438A0AC2BE4}"/>
              </a:ext>
            </a:extLst>
          </p:cNvPr>
          <p:cNvSpPr/>
          <p:nvPr/>
        </p:nvSpPr>
        <p:spPr>
          <a:xfrm>
            <a:off x="5844540" y="1737368"/>
            <a:ext cx="2582505" cy="183139"/>
          </a:xfrm>
          <a:prstGeom prst="homePlat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ja-JP" sz="1200">
                <a:solidFill>
                  <a:schemeClr val="tx1"/>
                </a:solidFill>
                <a:latin typeface="+mn-ea"/>
              </a:rPr>
              <a:t>iOS maintenance and development</a:t>
            </a:r>
          </a:p>
        </p:txBody>
      </p:sp>
      <p:sp>
        <p:nvSpPr>
          <p:cNvPr id="10" name="矢印: 五方向 9">
            <a:extLst>
              <a:ext uri="{FF2B5EF4-FFF2-40B4-BE49-F238E27FC236}">
                <a16:creationId xmlns:a16="http://schemas.microsoft.com/office/drawing/2014/main" id="{8A345EA5-06D6-033F-5F1E-75224FC0A25D}"/>
              </a:ext>
            </a:extLst>
          </p:cNvPr>
          <p:cNvSpPr/>
          <p:nvPr/>
        </p:nvSpPr>
        <p:spPr>
          <a:xfrm>
            <a:off x="313085" y="1462811"/>
            <a:ext cx="2491076" cy="183139"/>
          </a:xfrm>
          <a:prstGeom prst="homePlate">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ja-JP" sz="1200">
                <a:solidFill>
                  <a:schemeClr val="tx1"/>
                </a:solidFill>
                <a:latin typeface="+mn-ea"/>
              </a:rPr>
              <a:t>Android Change Investigation</a:t>
            </a:r>
            <a:endParaRPr kumimoji="1" lang="en-US" altLang="ja-JP" sz="1200">
              <a:solidFill>
                <a:schemeClr val="tx1"/>
              </a:solidFill>
              <a:latin typeface="+mn-ea"/>
            </a:endParaRPr>
          </a:p>
        </p:txBody>
      </p:sp>
      <p:sp>
        <p:nvSpPr>
          <p:cNvPr id="11" name="矢印: 五方向 10">
            <a:extLst>
              <a:ext uri="{FF2B5EF4-FFF2-40B4-BE49-F238E27FC236}">
                <a16:creationId xmlns:a16="http://schemas.microsoft.com/office/drawing/2014/main" id="{6329D62A-0141-9C41-0420-42113BEBE459}"/>
              </a:ext>
            </a:extLst>
          </p:cNvPr>
          <p:cNvSpPr/>
          <p:nvPr/>
        </p:nvSpPr>
        <p:spPr>
          <a:xfrm>
            <a:off x="9387841" y="1462811"/>
            <a:ext cx="2377446" cy="183139"/>
          </a:xfrm>
          <a:prstGeom prst="homePlate">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ja-JP" sz="1200">
                <a:solidFill>
                  <a:schemeClr val="tx1"/>
                </a:solidFill>
                <a:latin typeface="+mn-ea"/>
              </a:rPr>
              <a:t>Android Change Investigation</a:t>
            </a:r>
            <a:endParaRPr kumimoji="1" lang="en-US" altLang="ja-JP" sz="1200">
              <a:solidFill>
                <a:schemeClr val="tx1"/>
              </a:solidFill>
              <a:latin typeface="+mn-ea"/>
            </a:endParaRPr>
          </a:p>
        </p:txBody>
      </p:sp>
      <p:sp>
        <p:nvSpPr>
          <p:cNvPr id="12" name="矢印: 五方向 11">
            <a:extLst>
              <a:ext uri="{FF2B5EF4-FFF2-40B4-BE49-F238E27FC236}">
                <a16:creationId xmlns:a16="http://schemas.microsoft.com/office/drawing/2014/main" id="{EF479C5D-88FA-246E-E6E7-33FDE6F5BC5B}"/>
              </a:ext>
            </a:extLst>
          </p:cNvPr>
          <p:cNvSpPr/>
          <p:nvPr/>
        </p:nvSpPr>
        <p:spPr>
          <a:xfrm>
            <a:off x="2895592" y="1737368"/>
            <a:ext cx="2948947" cy="183139"/>
          </a:xfrm>
          <a:prstGeom prst="homePlate">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 altLang="ja-JP" sz="1200">
                <a:solidFill>
                  <a:schemeClr val="tx1"/>
                </a:solidFill>
                <a:latin typeface="+mn-ea"/>
              </a:rPr>
              <a:t>iOS Change Investigation</a:t>
            </a:r>
            <a:endParaRPr kumimoji="1" lang="en-US" altLang="ja-JP" sz="1200">
              <a:solidFill>
                <a:schemeClr val="tx1"/>
              </a:solidFill>
              <a:latin typeface="+mn-ea"/>
            </a:endParaRPr>
          </a:p>
        </p:txBody>
      </p:sp>
      <p:sp>
        <p:nvSpPr>
          <p:cNvPr id="13" name="矢印: 五方向 12">
            <a:extLst>
              <a:ext uri="{FF2B5EF4-FFF2-40B4-BE49-F238E27FC236}">
                <a16:creationId xmlns:a16="http://schemas.microsoft.com/office/drawing/2014/main" id="{2A74B0C5-E94A-5131-CA3E-6E6F514BCBFB}"/>
              </a:ext>
            </a:extLst>
          </p:cNvPr>
          <p:cNvSpPr/>
          <p:nvPr/>
        </p:nvSpPr>
        <p:spPr>
          <a:xfrm>
            <a:off x="9012264" y="1957342"/>
            <a:ext cx="2753015" cy="183139"/>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en-US" sz="1200">
                <a:solidFill>
                  <a:schemeClr val="tx1"/>
                </a:solidFill>
                <a:latin typeface="+mn-ea"/>
              </a:rPr>
              <a:t>Change (RC) Development</a:t>
            </a:r>
          </a:p>
        </p:txBody>
      </p:sp>
      <p:sp>
        <p:nvSpPr>
          <p:cNvPr id="14" name="矢印: 五方向 13">
            <a:extLst>
              <a:ext uri="{FF2B5EF4-FFF2-40B4-BE49-F238E27FC236}">
                <a16:creationId xmlns:a16="http://schemas.microsoft.com/office/drawing/2014/main" id="{A07F28A7-DCC3-485A-8681-F37E419A0F66}"/>
              </a:ext>
            </a:extLst>
          </p:cNvPr>
          <p:cNvSpPr/>
          <p:nvPr/>
        </p:nvSpPr>
        <p:spPr>
          <a:xfrm>
            <a:off x="313085" y="1964426"/>
            <a:ext cx="1848929" cy="183139"/>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en-US" sz="1200">
                <a:solidFill>
                  <a:schemeClr val="tx1"/>
                </a:solidFill>
                <a:latin typeface="+mn-ea"/>
              </a:rPr>
              <a:t>Change (RC) Development</a:t>
            </a:r>
          </a:p>
        </p:txBody>
      </p:sp>
      <p:sp>
        <p:nvSpPr>
          <p:cNvPr id="22" name="テキスト ボックス 21">
            <a:extLst>
              <a:ext uri="{FF2B5EF4-FFF2-40B4-BE49-F238E27FC236}">
                <a16:creationId xmlns:a16="http://schemas.microsoft.com/office/drawing/2014/main" id="{1A2B6BA7-77F4-391A-27A8-9A66B825046A}"/>
              </a:ext>
            </a:extLst>
          </p:cNvPr>
          <p:cNvSpPr txBox="1"/>
          <p:nvPr/>
        </p:nvSpPr>
        <p:spPr>
          <a:xfrm>
            <a:off x="316714" y="690526"/>
            <a:ext cx="2205506" cy="307777"/>
          </a:xfrm>
          <a:prstGeom prst="rect">
            <a:avLst/>
          </a:prstGeom>
          <a:noFill/>
        </p:spPr>
        <p:txBody>
          <a:bodyPr wrap="square">
            <a:spAutoFit/>
          </a:bodyPr>
          <a:lstStyle/>
          <a:p>
            <a:r>
              <a:rPr lang="en" altLang="en-US" sz="1400" u="sng"/>
              <a:t>Approximate annual schedule</a:t>
            </a:r>
          </a:p>
        </p:txBody>
      </p:sp>
      <p:sp>
        <p:nvSpPr>
          <p:cNvPr id="23" name="テキスト ボックス 22">
            <a:extLst>
              <a:ext uri="{FF2B5EF4-FFF2-40B4-BE49-F238E27FC236}">
                <a16:creationId xmlns:a16="http://schemas.microsoft.com/office/drawing/2014/main" id="{536A16D2-6C66-BC8E-ABB6-5BD9F6DA983E}"/>
              </a:ext>
            </a:extLst>
          </p:cNvPr>
          <p:cNvSpPr txBox="1"/>
          <p:nvPr/>
        </p:nvSpPr>
        <p:spPr>
          <a:xfrm>
            <a:off x="313085" y="2343136"/>
            <a:ext cx="2205506" cy="307777"/>
          </a:xfrm>
          <a:prstGeom prst="rect">
            <a:avLst/>
          </a:prstGeom>
          <a:noFill/>
        </p:spPr>
        <p:txBody>
          <a:bodyPr wrap="square">
            <a:spAutoFit/>
          </a:bodyPr>
          <a:lstStyle/>
          <a:p>
            <a:r>
              <a:rPr lang="en" altLang="en-US" sz="1400" u="sng"/>
              <a:t>Business Overview</a:t>
            </a:r>
          </a:p>
        </p:txBody>
      </p:sp>
      <p:sp>
        <p:nvSpPr>
          <p:cNvPr id="16" name="正方形/長方形 15">
            <a:extLst>
              <a:ext uri="{FF2B5EF4-FFF2-40B4-BE49-F238E27FC236}">
                <a16:creationId xmlns:a16="http://schemas.microsoft.com/office/drawing/2014/main" id="{A84F65EC-4393-99F8-408A-D4DD34914CC5}"/>
              </a:ext>
            </a:extLst>
          </p:cNvPr>
          <p:cNvSpPr/>
          <p:nvPr/>
        </p:nvSpPr>
        <p:spPr>
          <a:xfrm>
            <a:off x="4042961" y="4808271"/>
            <a:ext cx="6663335" cy="1401722"/>
          </a:xfrm>
          <a:prstGeom prst="rect">
            <a:avLst/>
          </a:prstGeom>
          <a:solidFill>
            <a:schemeClr val="bg2">
              <a:lumMod val="20000"/>
              <a:lumOff val="80000"/>
            </a:schemeClr>
          </a:solidFill>
          <a:ln w="19050">
            <a:solidFill>
              <a:schemeClr val="tx1"/>
            </a:solidFill>
            <a:prstDash val="solid"/>
          </a:ln>
        </p:spPr>
        <p:style>
          <a:lnRef idx="2">
            <a:schemeClr val="dk1"/>
          </a:lnRef>
          <a:fillRef idx="1">
            <a:schemeClr val="lt1"/>
          </a:fillRef>
          <a:effectRef idx="0">
            <a:schemeClr val="dk1"/>
          </a:effectRef>
          <a:fontRef idx="minor">
            <a:schemeClr val="dk1"/>
          </a:fontRef>
        </p:style>
        <p:txBody>
          <a:bodyPr rtlCol="0" anchor="t"/>
          <a:lstStyle/>
          <a:p>
            <a:r>
              <a:rPr lang="en" altLang="ja-JP">
                <a:latin typeface="+mn-ea"/>
              </a:rPr>
              <a:t>SDK Development T</a:t>
            </a:r>
          </a:p>
        </p:txBody>
      </p:sp>
      <p:sp>
        <p:nvSpPr>
          <p:cNvPr id="17" name="正方形/長方形 16">
            <a:extLst>
              <a:ext uri="{FF2B5EF4-FFF2-40B4-BE49-F238E27FC236}">
                <a16:creationId xmlns:a16="http://schemas.microsoft.com/office/drawing/2014/main" id="{FD35390B-50EC-1D6E-CCB7-BD2A6A455C14}"/>
              </a:ext>
            </a:extLst>
          </p:cNvPr>
          <p:cNvSpPr/>
          <p:nvPr/>
        </p:nvSpPr>
        <p:spPr>
          <a:xfrm>
            <a:off x="678955" y="2941217"/>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en" altLang="en-US" sz="1600"/>
              <a:t>Customer</a:t>
            </a:r>
          </a:p>
        </p:txBody>
      </p:sp>
      <p:sp>
        <p:nvSpPr>
          <p:cNvPr id="18" name="正方形/長方形 17">
            <a:extLst>
              <a:ext uri="{FF2B5EF4-FFF2-40B4-BE49-F238E27FC236}">
                <a16:creationId xmlns:a16="http://schemas.microsoft.com/office/drawing/2014/main" id="{4D53D988-BA99-68C6-A997-7392C9B94E6D}"/>
              </a:ext>
            </a:extLst>
          </p:cNvPr>
          <p:cNvSpPr/>
          <p:nvPr/>
        </p:nvSpPr>
        <p:spPr>
          <a:xfrm>
            <a:off x="585875" y="3098744"/>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en" altLang="en-US" sz="1600"/>
              <a:t>Customer</a:t>
            </a:r>
          </a:p>
        </p:txBody>
      </p:sp>
      <p:sp>
        <p:nvSpPr>
          <p:cNvPr id="19" name="正方形/長方形 18">
            <a:extLst>
              <a:ext uri="{FF2B5EF4-FFF2-40B4-BE49-F238E27FC236}">
                <a16:creationId xmlns:a16="http://schemas.microsoft.com/office/drawing/2014/main" id="{A8D868EA-7F62-50DD-3882-DB20E52EEABE}"/>
              </a:ext>
            </a:extLst>
          </p:cNvPr>
          <p:cNvSpPr/>
          <p:nvPr/>
        </p:nvSpPr>
        <p:spPr>
          <a:xfrm>
            <a:off x="492794" y="3252922"/>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en" altLang="en-US">
                <a:latin typeface="+mn-ea"/>
              </a:rPr>
              <a:t>Customer</a:t>
            </a:r>
          </a:p>
        </p:txBody>
      </p:sp>
      <p:sp>
        <p:nvSpPr>
          <p:cNvPr id="21" name="正方形/長方形 20">
            <a:extLst>
              <a:ext uri="{FF2B5EF4-FFF2-40B4-BE49-F238E27FC236}">
                <a16:creationId xmlns:a16="http://schemas.microsoft.com/office/drawing/2014/main" id="{E60ED36A-A750-1EC7-88D9-049D6410309E}"/>
              </a:ext>
            </a:extLst>
          </p:cNvPr>
          <p:cNvSpPr/>
          <p:nvPr/>
        </p:nvSpPr>
        <p:spPr>
          <a:xfrm>
            <a:off x="4512312" y="3252922"/>
            <a:ext cx="1800000" cy="5524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 altLang="ja-JP">
                <a:latin typeface="+mn-ea"/>
              </a:rPr>
              <a:t>DNJP System T</a:t>
            </a:r>
          </a:p>
        </p:txBody>
      </p:sp>
      <p:cxnSp>
        <p:nvCxnSpPr>
          <p:cNvPr id="24" name="直線矢印コネクタ 23">
            <a:extLst>
              <a:ext uri="{FF2B5EF4-FFF2-40B4-BE49-F238E27FC236}">
                <a16:creationId xmlns:a16="http://schemas.microsoft.com/office/drawing/2014/main" id="{4A2F2674-6CC7-4F71-8C76-E144D2DE2B79}"/>
              </a:ext>
            </a:extLst>
          </p:cNvPr>
          <p:cNvCxnSpPr>
            <a:cxnSpLocks/>
          </p:cNvCxnSpPr>
          <p:nvPr/>
        </p:nvCxnSpPr>
        <p:spPr>
          <a:xfrm>
            <a:off x="5538338" y="3823201"/>
            <a:ext cx="0" cy="1404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C59E9D08-C804-5668-6961-DC6F6059AA20}"/>
              </a:ext>
            </a:extLst>
          </p:cNvPr>
          <p:cNvCxnSpPr>
            <a:cxnSpLocks/>
          </p:cNvCxnSpPr>
          <p:nvPr/>
        </p:nvCxnSpPr>
        <p:spPr>
          <a:xfrm flipH="1">
            <a:off x="2547235" y="3416771"/>
            <a:ext cx="1908000"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26" name="正方形/長方形 25">
            <a:extLst>
              <a:ext uri="{FF2B5EF4-FFF2-40B4-BE49-F238E27FC236}">
                <a16:creationId xmlns:a16="http://schemas.microsoft.com/office/drawing/2014/main" id="{291B8989-7E8E-3B8A-B615-712BBD6E2C16}"/>
              </a:ext>
            </a:extLst>
          </p:cNvPr>
          <p:cNvSpPr/>
          <p:nvPr/>
        </p:nvSpPr>
        <p:spPr>
          <a:xfrm>
            <a:off x="8357326" y="3252922"/>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 altLang="ja-JP">
                <a:latin typeface="+mn-ea"/>
              </a:rPr>
              <a:t>IDEMIA</a:t>
            </a:r>
            <a:endParaRPr kumimoji="1" lang="en-US" altLang="ja-JP">
              <a:latin typeface="+mn-ea"/>
            </a:endParaRPr>
          </a:p>
        </p:txBody>
      </p:sp>
      <p:sp>
        <p:nvSpPr>
          <p:cNvPr id="27" name="正方形/長方形 26">
            <a:extLst>
              <a:ext uri="{FF2B5EF4-FFF2-40B4-BE49-F238E27FC236}">
                <a16:creationId xmlns:a16="http://schemas.microsoft.com/office/drawing/2014/main" id="{16D70D84-8796-B44E-7697-C00C3CC4BE0A}"/>
              </a:ext>
            </a:extLst>
          </p:cNvPr>
          <p:cNvSpPr/>
          <p:nvPr/>
        </p:nvSpPr>
        <p:spPr>
          <a:xfrm>
            <a:off x="4512312" y="5268276"/>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 altLang="ja-JP">
                <a:latin typeface="+mn-ea"/>
              </a:rPr>
              <a:t>DNJP SDK Development T</a:t>
            </a:r>
          </a:p>
        </p:txBody>
      </p:sp>
      <p:cxnSp>
        <p:nvCxnSpPr>
          <p:cNvPr id="28" name="直線矢印コネクタ 27">
            <a:extLst>
              <a:ext uri="{FF2B5EF4-FFF2-40B4-BE49-F238E27FC236}">
                <a16:creationId xmlns:a16="http://schemas.microsoft.com/office/drawing/2014/main" id="{E3E9E0CF-6F47-973B-81FF-5BFCD945AC6A}"/>
              </a:ext>
            </a:extLst>
          </p:cNvPr>
          <p:cNvCxnSpPr>
            <a:cxnSpLocks/>
          </p:cNvCxnSpPr>
          <p:nvPr/>
        </p:nvCxnSpPr>
        <p:spPr>
          <a:xfrm flipV="1">
            <a:off x="5254527" y="3823201"/>
            <a:ext cx="0" cy="1404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82B8EA1B-999D-8210-3249-E0A5444686DD}"/>
              </a:ext>
            </a:extLst>
          </p:cNvPr>
          <p:cNvCxnSpPr>
            <a:cxnSpLocks/>
          </p:cNvCxnSpPr>
          <p:nvPr/>
        </p:nvCxnSpPr>
        <p:spPr>
          <a:xfrm>
            <a:off x="2547235" y="3661615"/>
            <a:ext cx="1908000"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31" name="正方形/長方形 30">
            <a:extLst>
              <a:ext uri="{FF2B5EF4-FFF2-40B4-BE49-F238E27FC236}">
                <a16:creationId xmlns:a16="http://schemas.microsoft.com/office/drawing/2014/main" id="{AB040DC0-72C3-1D35-55FE-1EDDFE0D3DE9}"/>
              </a:ext>
            </a:extLst>
          </p:cNvPr>
          <p:cNvSpPr/>
          <p:nvPr/>
        </p:nvSpPr>
        <p:spPr>
          <a:xfrm>
            <a:off x="8357326" y="5268276"/>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 altLang="ja-JP">
                <a:latin typeface="+mn-ea"/>
              </a:rPr>
              <a:t>FPT</a:t>
            </a:r>
            <a:endParaRPr lang="en-US" altLang="ja-JP">
              <a:latin typeface="+mn-ea"/>
            </a:endParaRPr>
          </a:p>
        </p:txBody>
      </p:sp>
      <p:sp>
        <p:nvSpPr>
          <p:cNvPr id="34" name="テキスト ボックス 33">
            <a:extLst>
              <a:ext uri="{FF2B5EF4-FFF2-40B4-BE49-F238E27FC236}">
                <a16:creationId xmlns:a16="http://schemas.microsoft.com/office/drawing/2014/main" id="{869B44B8-0F77-CFB3-D043-1850451ABF45}"/>
              </a:ext>
            </a:extLst>
          </p:cNvPr>
          <p:cNvSpPr txBox="1"/>
          <p:nvPr/>
        </p:nvSpPr>
        <p:spPr>
          <a:xfrm>
            <a:off x="3261101" y="3081282"/>
            <a:ext cx="551252" cy="307777"/>
          </a:xfrm>
          <a:prstGeom prst="rect">
            <a:avLst/>
          </a:prstGeom>
          <a:noFill/>
        </p:spPr>
        <p:txBody>
          <a:bodyPr wrap="square">
            <a:spAutoFit/>
          </a:bodyPr>
          <a:lstStyle/>
          <a:p>
            <a:r>
              <a:rPr lang="en" altLang="en-US" sz="1400"/>
              <a:t>Ordering</a:t>
            </a:r>
          </a:p>
        </p:txBody>
      </p:sp>
      <p:sp>
        <p:nvSpPr>
          <p:cNvPr id="35" name="テキスト ボックス 34">
            <a:extLst>
              <a:ext uri="{FF2B5EF4-FFF2-40B4-BE49-F238E27FC236}">
                <a16:creationId xmlns:a16="http://schemas.microsoft.com/office/drawing/2014/main" id="{9D888FCD-650D-31BE-C1F7-8230CA367BD6}"/>
              </a:ext>
            </a:extLst>
          </p:cNvPr>
          <p:cNvSpPr txBox="1"/>
          <p:nvPr/>
        </p:nvSpPr>
        <p:spPr>
          <a:xfrm>
            <a:off x="3097640" y="3702979"/>
            <a:ext cx="878175" cy="307777"/>
          </a:xfrm>
          <a:prstGeom prst="rect">
            <a:avLst/>
          </a:prstGeom>
          <a:noFill/>
        </p:spPr>
        <p:txBody>
          <a:bodyPr wrap="square">
            <a:spAutoFit/>
          </a:bodyPr>
          <a:lstStyle/>
          <a:p>
            <a:r>
              <a:rPr lang="en" altLang="ja-JP" sz="1400"/>
              <a:t>SDK delivery</a:t>
            </a:r>
          </a:p>
        </p:txBody>
      </p:sp>
      <p:sp>
        <p:nvSpPr>
          <p:cNvPr id="36" name="テキスト ボックス 35">
            <a:extLst>
              <a:ext uri="{FF2B5EF4-FFF2-40B4-BE49-F238E27FC236}">
                <a16:creationId xmlns:a16="http://schemas.microsoft.com/office/drawing/2014/main" id="{4B18DF1D-9C87-3C17-8468-00E6B7A46968}"/>
              </a:ext>
            </a:extLst>
          </p:cNvPr>
          <p:cNvSpPr txBox="1"/>
          <p:nvPr/>
        </p:nvSpPr>
        <p:spPr>
          <a:xfrm>
            <a:off x="5542530" y="3879534"/>
            <a:ext cx="1052799" cy="523220"/>
          </a:xfrm>
          <a:prstGeom prst="rect">
            <a:avLst/>
          </a:prstGeom>
          <a:noFill/>
        </p:spPr>
        <p:txBody>
          <a:bodyPr wrap="square">
            <a:spAutoFit/>
          </a:bodyPr>
          <a:lstStyle/>
          <a:p>
            <a:r>
              <a:rPr lang="en" altLang="en-US" sz="1400"/>
              <a:t>Specification Issuance</a:t>
            </a:r>
            <a:endParaRPr lang="en-US" altLang="ja-JP" sz="1400"/>
          </a:p>
          <a:p>
            <a:r>
              <a:rPr lang="en" altLang="ja-JP" sz="1400"/>
              <a:t>Provided by DA</a:t>
            </a:r>
          </a:p>
        </p:txBody>
      </p:sp>
      <p:sp>
        <p:nvSpPr>
          <p:cNvPr id="37" name="テキスト ボックス 36">
            <a:extLst>
              <a:ext uri="{FF2B5EF4-FFF2-40B4-BE49-F238E27FC236}">
                <a16:creationId xmlns:a16="http://schemas.microsoft.com/office/drawing/2014/main" id="{F870BA35-C11C-B1A4-C22F-B2A9BE6C948C}"/>
              </a:ext>
            </a:extLst>
          </p:cNvPr>
          <p:cNvSpPr txBox="1"/>
          <p:nvPr/>
        </p:nvSpPr>
        <p:spPr>
          <a:xfrm>
            <a:off x="4475933" y="4438271"/>
            <a:ext cx="734417" cy="307777"/>
          </a:xfrm>
          <a:prstGeom prst="rect">
            <a:avLst/>
          </a:prstGeom>
          <a:noFill/>
        </p:spPr>
        <p:txBody>
          <a:bodyPr wrap="square">
            <a:spAutoFit/>
          </a:bodyPr>
          <a:lstStyle/>
          <a:p>
            <a:r>
              <a:rPr lang="en" altLang="en-US" sz="1400"/>
              <a:t>Release</a:t>
            </a:r>
          </a:p>
        </p:txBody>
      </p:sp>
      <p:sp>
        <p:nvSpPr>
          <p:cNvPr id="38" name="テキスト ボックス 37">
            <a:extLst>
              <a:ext uri="{FF2B5EF4-FFF2-40B4-BE49-F238E27FC236}">
                <a16:creationId xmlns:a16="http://schemas.microsoft.com/office/drawing/2014/main" id="{FDD53872-44CB-4082-607B-E82D4FF3376C}"/>
              </a:ext>
            </a:extLst>
          </p:cNvPr>
          <p:cNvSpPr txBox="1"/>
          <p:nvPr/>
        </p:nvSpPr>
        <p:spPr>
          <a:xfrm>
            <a:off x="6855379" y="5121471"/>
            <a:ext cx="958879" cy="307777"/>
          </a:xfrm>
          <a:prstGeom prst="rect">
            <a:avLst/>
          </a:prstGeom>
          <a:noFill/>
        </p:spPr>
        <p:txBody>
          <a:bodyPr wrap="square">
            <a:spAutoFit/>
          </a:bodyPr>
          <a:lstStyle/>
          <a:p>
            <a:r>
              <a:rPr lang="en" altLang="en-US" sz="1400"/>
              <a:t>Work instructions</a:t>
            </a:r>
          </a:p>
        </p:txBody>
      </p:sp>
      <p:sp>
        <p:nvSpPr>
          <p:cNvPr id="39" name="テキスト ボックス 38">
            <a:extLst>
              <a:ext uri="{FF2B5EF4-FFF2-40B4-BE49-F238E27FC236}">
                <a16:creationId xmlns:a16="http://schemas.microsoft.com/office/drawing/2014/main" id="{FDD92C96-8A34-C635-5388-E460B4F43ECC}"/>
              </a:ext>
            </a:extLst>
          </p:cNvPr>
          <p:cNvSpPr txBox="1"/>
          <p:nvPr/>
        </p:nvSpPr>
        <p:spPr>
          <a:xfrm>
            <a:off x="6649132" y="5687157"/>
            <a:ext cx="1371374" cy="307777"/>
          </a:xfrm>
          <a:prstGeom prst="rect">
            <a:avLst/>
          </a:prstGeom>
          <a:noFill/>
        </p:spPr>
        <p:txBody>
          <a:bodyPr wrap="square">
            <a:spAutoFit/>
          </a:bodyPr>
          <a:lstStyle/>
          <a:p>
            <a:r>
              <a:rPr lang="en" altLang="en-US" sz="1400"/>
              <a:t>Deliverable Release</a:t>
            </a:r>
          </a:p>
        </p:txBody>
      </p:sp>
      <p:sp>
        <p:nvSpPr>
          <p:cNvPr id="42" name="テキスト ボックス 41">
            <a:extLst>
              <a:ext uri="{FF2B5EF4-FFF2-40B4-BE49-F238E27FC236}">
                <a16:creationId xmlns:a16="http://schemas.microsoft.com/office/drawing/2014/main" id="{3D164B7D-3E7F-93BD-D7FD-DE6EE86110DD}"/>
              </a:ext>
            </a:extLst>
          </p:cNvPr>
          <p:cNvSpPr txBox="1"/>
          <p:nvPr/>
        </p:nvSpPr>
        <p:spPr>
          <a:xfrm>
            <a:off x="444063" y="2593502"/>
            <a:ext cx="4149056" cy="307777"/>
          </a:xfrm>
          <a:prstGeom prst="rect">
            <a:avLst/>
          </a:prstGeom>
          <a:noFill/>
        </p:spPr>
        <p:txBody>
          <a:bodyPr wrap="square">
            <a:spAutoFit/>
          </a:bodyPr>
          <a:lstStyle/>
          <a:p>
            <a:r>
              <a:rPr lang="en" altLang="en-US" sz="1400"/>
              <a:t>Rotate the following cycle for each development three times a year.</a:t>
            </a:r>
          </a:p>
        </p:txBody>
      </p:sp>
      <p:cxnSp>
        <p:nvCxnSpPr>
          <p:cNvPr id="43" name="直線矢印コネクタ 42">
            <a:extLst>
              <a:ext uri="{FF2B5EF4-FFF2-40B4-BE49-F238E27FC236}">
                <a16:creationId xmlns:a16="http://schemas.microsoft.com/office/drawing/2014/main" id="{D35B793F-1B47-AE20-F957-8E5A87247096}"/>
              </a:ext>
            </a:extLst>
          </p:cNvPr>
          <p:cNvCxnSpPr>
            <a:cxnSpLocks/>
          </p:cNvCxnSpPr>
          <p:nvPr/>
        </p:nvCxnSpPr>
        <p:spPr>
          <a:xfrm flipH="1">
            <a:off x="6388140" y="3416771"/>
            <a:ext cx="1908000"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44" name="直線矢印コネクタ 43">
            <a:extLst>
              <a:ext uri="{FF2B5EF4-FFF2-40B4-BE49-F238E27FC236}">
                <a16:creationId xmlns:a16="http://schemas.microsoft.com/office/drawing/2014/main" id="{F1021463-F82E-7C78-E35D-570BDA41A65F}"/>
              </a:ext>
            </a:extLst>
          </p:cNvPr>
          <p:cNvCxnSpPr>
            <a:cxnSpLocks/>
          </p:cNvCxnSpPr>
          <p:nvPr/>
        </p:nvCxnSpPr>
        <p:spPr>
          <a:xfrm>
            <a:off x="6388140" y="3661615"/>
            <a:ext cx="1908000"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45" name="テキスト ボックス 44">
            <a:extLst>
              <a:ext uri="{FF2B5EF4-FFF2-40B4-BE49-F238E27FC236}">
                <a16:creationId xmlns:a16="http://schemas.microsoft.com/office/drawing/2014/main" id="{32CF03D6-800C-3CFF-DE1A-8243FB5309C6}"/>
              </a:ext>
            </a:extLst>
          </p:cNvPr>
          <p:cNvSpPr txBox="1"/>
          <p:nvPr/>
        </p:nvSpPr>
        <p:spPr>
          <a:xfrm>
            <a:off x="6674753" y="3081282"/>
            <a:ext cx="1427847" cy="307777"/>
          </a:xfrm>
          <a:prstGeom prst="rect">
            <a:avLst/>
          </a:prstGeom>
          <a:noFill/>
        </p:spPr>
        <p:txBody>
          <a:bodyPr wrap="square">
            <a:spAutoFit/>
          </a:bodyPr>
          <a:lstStyle/>
          <a:p>
            <a:r>
              <a:rPr lang="en" altLang="en-US" sz="1400"/>
              <a:t>Ordering and Specification Issuance</a:t>
            </a:r>
          </a:p>
        </p:txBody>
      </p:sp>
      <p:sp>
        <p:nvSpPr>
          <p:cNvPr id="46" name="テキスト ボックス 45">
            <a:extLst>
              <a:ext uri="{FF2B5EF4-FFF2-40B4-BE49-F238E27FC236}">
                <a16:creationId xmlns:a16="http://schemas.microsoft.com/office/drawing/2014/main" id="{E0DBE3CF-B818-FDF9-DAFC-80896BE5E4A4}"/>
              </a:ext>
            </a:extLst>
          </p:cNvPr>
          <p:cNvSpPr txBox="1"/>
          <p:nvPr/>
        </p:nvSpPr>
        <p:spPr>
          <a:xfrm>
            <a:off x="6947534" y="3702979"/>
            <a:ext cx="882284" cy="307777"/>
          </a:xfrm>
          <a:prstGeom prst="rect">
            <a:avLst/>
          </a:prstGeom>
          <a:noFill/>
        </p:spPr>
        <p:txBody>
          <a:bodyPr wrap="square">
            <a:spAutoFit/>
          </a:bodyPr>
          <a:lstStyle/>
          <a:p>
            <a:r>
              <a:rPr lang="en" altLang="ja-JP" sz="1400"/>
              <a:t>DA Delivery</a:t>
            </a:r>
          </a:p>
        </p:txBody>
      </p:sp>
      <p:cxnSp>
        <p:nvCxnSpPr>
          <p:cNvPr id="47" name="直線矢印コネクタ 46">
            <a:extLst>
              <a:ext uri="{FF2B5EF4-FFF2-40B4-BE49-F238E27FC236}">
                <a16:creationId xmlns:a16="http://schemas.microsoft.com/office/drawing/2014/main" id="{DAC9F9DE-F4D1-184C-73C3-1AD474D520BA}"/>
              </a:ext>
            </a:extLst>
          </p:cNvPr>
          <p:cNvCxnSpPr>
            <a:cxnSpLocks/>
          </p:cNvCxnSpPr>
          <p:nvPr/>
        </p:nvCxnSpPr>
        <p:spPr>
          <a:xfrm flipH="1">
            <a:off x="6388140" y="5442313"/>
            <a:ext cx="1908000"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48" name="直線矢印コネクタ 47">
            <a:extLst>
              <a:ext uri="{FF2B5EF4-FFF2-40B4-BE49-F238E27FC236}">
                <a16:creationId xmlns:a16="http://schemas.microsoft.com/office/drawing/2014/main" id="{F3A6BB57-D640-A4B4-63DE-4B82A1725BF3}"/>
              </a:ext>
            </a:extLst>
          </p:cNvPr>
          <p:cNvCxnSpPr>
            <a:cxnSpLocks/>
          </p:cNvCxnSpPr>
          <p:nvPr/>
        </p:nvCxnSpPr>
        <p:spPr>
          <a:xfrm>
            <a:off x="6388140" y="5687157"/>
            <a:ext cx="1908000"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49" name="円弧 48">
            <a:extLst>
              <a:ext uri="{FF2B5EF4-FFF2-40B4-BE49-F238E27FC236}">
                <a16:creationId xmlns:a16="http://schemas.microsoft.com/office/drawing/2014/main" id="{E880710A-5BED-D9E1-1E58-07A6B98C9748}"/>
              </a:ext>
            </a:extLst>
          </p:cNvPr>
          <p:cNvSpPr/>
          <p:nvPr/>
        </p:nvSpPr>
        <p:spPr>
          <a:xfrm>
            <a:off x="5253280" y="5829861"/>
            <a:ext cx="285058" cy="285058"/>
          </a:xfrm>
          <a:prstGeom prst="arc">
            <a:avLst>
              <a:gd name="adj1" fmla="val 12108080"/>
              <a:gd name="adj2" fmla="val 9601012"/>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FCF42B7B-EBC1-D554-C305-291AA230476B}"/>
              </a:ext>
            </a:extLst>
          </p:cNvPr>
          <p:cNvSpPr txBox="1"/>
          <p:nvPr/>
        </p:nvSpPr>
        <p:spPr>
          <a:xfrm>
            <a:off x="5538338" y="5855705"/>
            <a:ext cx="870233" cy="307777"/>
          </a:xfrm>
          <a:prstGeom prst="rect">
            <a:avLst/>
          </a:prstGeom>
          <a:noFill/>
        </p:spPr>
        <p:txBody>
          <a:bodyPr wrap="square">
            <a:spAutoFit/>
          </a:bodyPr>
          <a:lstStyle/>
          <a:p>
            <a:r>
              <a:rPr lang="en" altLang="en-US" sz="1400"/>
              <a:t>Reviews</a:t>
            </a:r>
          </a:p>
        </p:txBody>
      </p:sp>
      <p:sp>
        <p:nvSpPr>
          <p:cNvPr id="51" name="円弧 50">
            <a:extLst>
              <a:ext uri="{FF2B5EF4-FFF2-40B4-BE49-F238E27FC236}">
                <a16:creationId xmlns:a16="http://schemas.microsoft.com/office/drawing/2014/main" id="{590C04F5-5968-F9AA-C4B5-FB7595180DAB}"/>
              </a:ext>
            </a:extLst>
          </p:cNvPr>
          <p:cNvSpPr/>
          <p:nvPr/>
        </p:nvSpPr>
        <p:spPr>
          <a:xfrm>
            <a:off x="9111177" y="5829861"/>
            <a:ext cx="285058" cy="285058"/>
          </a:xfrm>
          <a:prstGeom prst="arc">
            <a:avLst>
              <a:gd name="adj1" fmla="val 12108080"/>
              <a:gd name="adj2" fmla="val 9601012"/>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60F83C54-2FB2-5EC0-DE31-5FF23534FA16}"/>
              </a:ext>
            </a:extLst>
          </p:cNvPr>
          <p:cNvSpPr txBox="1"/>
          <p:nvPr/>
        </p:nvSpPr>
        <p:spPr>
          <a:xfrm>
            <a:off x="9396235" y="5855705"/>
            <a:ext cx="1090671" cy="307777"/>
          </a:xfrm>
          <a:prstGeom prst="rect">
            <a:avLst/>
          </a:prstGeom>
          <a:noFill/>
        </p:spPr>
        <p:txBody>
          <a:bodyPr wrap="square">
            <a:spAutoFit/>
          </a:bodyPr>
          <a:lstStyle/>
          <a:p>
            <a:r>
              <a:rPr lang="en" altLang="en-US" sz="1400"/>
              <a:t>Deliverables</a:t>
            </a:r>
          </a:p>
        </p:txBody>
      </p:sp>
      <p:sp>
        <p:nvSpPr>
          <p:cNvPr id="53" name="円弧 52">
            <a:extLst>
              <a:ext uri="{FF2B5EF4-FFF2-40B4-BE49-F238E27FC236}">
                <a16:creationId xmlns:a16="http://schemas.microsoft.com/office/drawing/2014/main" id="{25D38615-F204-8340-F3BC-CA41F2752C92}"/>
              </a:ext>
            </a:extLst>
          </p:cNvPr>
          <p:cNvSpPr/>
          <p:nvPr/>
        </p:nvSpPr>
        <p:spPr>
          <a:xfrm>
            <a:off x="4652654" y="3807048"/>
            <a:ext cx="285058" cy="285058"/>
          </a:xfrm>
          <a:prstGeom prst="arc">
            <a:avLst>
              <a:gd name="adj1" fmla="val 12108080"/>
              <a:gd name="adj2" fmla="val 9601012"/>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F29ABE78-4353-5963-2126-E08CCEB7487B}"/>
              </a:ext>
            </a:extLst>
          </p:cNvPr>
          <p:cNvSpPr txBox="1"/>
          <p:nvPr/>
        </p:nvSpPr>
        <p:spPr>
          <a:xfrm>
            <a:off x="4042961" y="4081055"/>
            <a:ext cx="1128390" cy="307777"/>
          </a:xfrm>
          <a:prstGeom prst="rect">
            <a:avLst/>
          </a:prstGeom>
          <a:noFill/>
        </p:spPr>
        <p:txBody>
          <a:bodyPr wrap="square">
            <a:spAutoFit/>
          </a:bodyPr>
          <a:lstStyle/>
          <a:p>
            <a:r>
              <a:rPr lang="en" altLang="en-US" sz="1400"/>
              <a:t>System Testing</a:t>
            </a:r>
          </a:p>
        </p:txBody>
      </p:sp>
      <p:sp>
        <p:nvSpPr>
          <p:cNvPr id="55" name="テキスト ボックス 54">
            <a:extLst>
              <a:ext uri="{FF2B5EF4-FFF2-40B4-BE49-F238E27FC236}">
                <a16:creationId xmlns:a16="http://schemas.microsoft.com/office/drawing/2014/main" id="{8BB1822E-8A9E-341B-6FDD-8BF167324E2E}"/>
              </a:ext>
            </a:extLst>
          </p:cNvPr>
          <p:cNvSpPr txBox="1"/>
          <p:nvPr/>
        </p:nvSpPr>
        <p:spPr>
          <a:xfrm>
            <a:off x="8296140" y="4133766"/>
            <a:ext cx="3112655" cy="523220"/>
          </a:xfrm>
          <a:prstGeom prst="rect">
            <a:avLst/>
          </a:prstGeom>
          <a:noFill/>
        </p:spPr>
        <p:txBody>
          <a:bodyPr wrap="square">
            <a:spAutoFit/>
          </a:bodyPr>
          <a:lstStyle/>
          <a:p>
            <a:r>
              <a:rPr lang="en" altLang="ja-JP" sz="1400">
                <a:solidFill>
                  <a:schemeClr val="bg2"/>
                </a:solidFill>
              </a:rPr>
              <a:t>Developed a V-shape</a:t>
            </a:r>
            <a:endParaRPr lang="en-US" altLang="ja-JP" sz="1400">
              <a:solidFill>
                <a:schemeClr val="bg2"/>
              </a:solidFill>
            </a:endParaRPr>
          </a:p>
          <a:p>
            <a:r>
              <a:rPr lang="en" altLang="en-US" sz="1400">
                <a:solidFill>
                  <a:schemeClr val="bg2"/>
                </a:solidFill>
              </a:rPr>
              <a:t>For deliverables, please refer to the list of deliverables on the previous page</a:t>
            </a:r>
          </a:p>
        </p:txBody>
      </p:sp>
      <p:cxnSp>
        <p:nvCxnSpPr>
          <p:cNvPr id="56" name="直線矢印コネクタ 55">
            <a:extLst>
              <a:ext uri="{FF2B5EF4-FFF2-40B4-BE49-F238E27FC236}">
                <a16:creationId xmlns:a16="http://schemas.microsoft.com/office/drawing/2014/main" id="{D53360BD-F0B0-4B67-F986-8EA3476DD156}"/>
              </a:ext>
            </a:extLst>
          </p:cNvPr>
          <p:cNvCxnSpPr>
            <a:cxnSpLocks/>
          </p:cNvCxnSpPr>
          <p:nvPr/>
        </p:nvCxnSpPr>
        <p:spPr>
          <a:xfrm flipV="1">
            <a:off x="8102600" y="4646686"/>
            <a:ext cx="324445" cy="164970"/>
          </a:xfrm>
          <a:prstGeom prst="straightConnector1">
            <a:avLst/>
          </a:prstGeom>
          <a:ln>
            <a:solidFill>
              <a:schemeClr val="bg2"/>
            </a:solidFill>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67776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96D9D45A-1E26-592E-F78F-EBA8309CBA6A}"/>
              </a:ext>
            </a:extLst>
          </p:cNvPr>
          <p:cNvSpPr/>
          <p:nvPr/>
        </p:nvSpPr>
        <p:spPr>
          <a:xfrm>
            <a:off x="4341411" y="2126137"/>
            <a:ext cx="6663335" cy="1401722"/>
          </a:xfrm>
          <a:prstGeom prst="rect">
            <a:avLst/>
          </a:prstGeom>
          <a:solidFill>
            <a:schemeClr val="bg2">
              <a:lumMod val="20000"/>
              <a:lumOff val="80000"/>
            </a:schemeClr>
          </a:solidFill>
          <a:ln w="19050">
            <a:solidFill>
              <a:schemeClr val="tx1"/>
            </a:solidFill>
            <a:prstDash val="solid"/>
          </a:ln>
        </p:spPr>
        <p:style>
          <a:lnRef idx="2">
            <a:schemeClr val="dk1"/>
          </a:lnRef>
          <a:fillRef idx="1">
            <a:schemeClr val="lt1"/>
          </a:fillRef>
          <a:effectRef idx="0">
            <a:schemeClr val="dk1"/>
          </a:effectRef>
          <a:fontRef idx="minor">
            <a:schemeClr val="dk1"/>
          </a:fontRef>
        </p:style>
        <p:txBody>
          <a:bodyPr rtlCol="0" anchor="t"/>
          <a:lstStyle/>
          <a:p>
            <a:r>
              <a:rPr lang="en" altLang="ja-JP">
                <a:latin typeface="+mn-ea"/>
              </a:rPr>
              <a:t>SDK Development T</a:t>
            </a:r>
          </a:p>
        </p:txBody>
      </p:sp>
      <p:sp>
        <p:nvSpPr>
          <p:cNvPr id="2" name="フッター プレースホルダー 1">
            <a:extLst>
              <a:ext uri="{FF2B5EF4-FFF2-40B4-BE49-F238E27FC236}">
                <a16:creationId xmlns:a16="http://schemas.microsoft.com/office/drawing/2014/main" id="{1AB9C6CA-18CC-E11A-0918-ACB9C588A098}"/>
              </a:ext>
            </a:extLst>
          </p:cNvPr>
          <p:cNvSpPr>
            <a:spLocks noGrp="1"/>
          </p:cNvSpPr>
          <p:nvPr>
            <p:ph type="ftr" sz="quarter" idx="10"/>
          </p:nvPr>
        </p:nvSpPr>
        <p:spPr/>
        <p:txBody>
          <a:bodyPr/>
          <a:lstStyle/>
          <a:p>
            <a:r>
              <a:rPr lang="en" altLang="ja-JP">
                <a:cs typeface="Segoe UI" panose="020B0502040204020203" pitchFamily="34" charset="0"/>
              </a:rPr>
              <a:t>Title / Month XX, 2025 (Please enter from "Insert" → "Header and Footer")</a:t>
            </a:r>
          </a:p>
        </p:txBody>
      </p:sp>
      <p:sp>
        <p:nvSpPr>
          <p:cNvPr id="3" name="スライド番号プレースホルダー 2">
            <a:extLst>
              <a:ext uri="{FF2B5EF4-FFF2-40B4-BE49-F238E27FC236}">
                <a16:creationId xmlns:a16="http://schemas.microsoft.com/office/drawing/2014/main" id="{3F3E16EE-3F77-EF26-BDA3-BFD831267188}"/>
              </a:ext>
            </a:extLst>
          </p:cNvPr>
          <p:cNvSpPr>
            <a:spLocks noGrp="1"/>
          </p:cNvSpPr>
          <p:nvPr>
            <p:ph type="sldNum" sz="quarter" idx="11"/>
          </p:nvPr>
        </p:nvSpPr>
        <p:spPr/>
        <p:txBody>
          <a:bodyPr/>
          <a:lstStyle/>
          <a:p>
            <a:fld id="{A4345066-4952-40C1-BC8B-CE2851EC3EF2}" type="slidenum">
              <a:rPr lang="ja-JP" altLang="en-US" smtClean="0">
                <a:solidFill>
                  <a:schemeClr val="bg1">
                    <a:lumMod val="65000"/>
                  </a:schemeClr>
                </a:solidFill>
                <a:ea typeface="Yu Gothic UI Light" panose="020B0300000000000000" pitchFamily="50" charset="-128"/>
              </a:rPr>
              <a:pPr/>
              <a:t>11</a:t>
            </a:fld>
            <a:endParaRPr lang="en-US" altLang="ja-JP" sz="900">
              <a:solidFill>
                <a:schemeClr val="bg1">
                  <a:lumMod val="65000"/>
                </a:schemeClr>
              </a:solidFill>
              <a:ea typeface="Yu Gothic UI Light" panose="020B0300000000000000" pitchFamily="50" charset="-128"/>
            </a:endParaRPr>
          </a:p>
        </p:txBody>
      </p:sp>
      <p:sp>
        <p:nvSpPr>
          <p:cNvPr id="4" name="テキスト プレースホルダー 3">
            <a:extLst>
              <a:ext uri="{FF2B5EF4-FFF2-40B4-BE49-F238E27FC236}">
                <a16:creationId xmlns:a16="http://schemas.microsoft.com/office/drawing/2014/main" id="{F7D4FC33-EB2F-364A-D4DE-69CDED812EE3}"/>
              </a:ext>
            </a:extLst>
          </p:cNvPr>
          <p:cNvSpPr>
            <a:spLocks noGrp="1"/>
          </p:cNvSpPr>
          <p:nvPr>
            <p:ph type="body" sz="quarter" idx="16"/>
          </p:nvPr>
        </p:nvSpPr>
        <p:spPr/>
        <p:txBody>
          <a:bodyPr/>
          <a:lstStyle/>
          <a:p>
            <a:endParaRPr kumimoji="1" lang="ja-JP" altLang="en-US"/>
          </a:p>
        </p:txBody>
      </p:sp>
      <p:sp>
        <p:nvSpPr>
          <p:cNvPr id="5" name="タイトル 4">
            <a:extLst>
              <a:ext uri="{FF2B5EF4-FFF2-40B4-BE49-F238E27FC236}">
                <a16:creationId xmlns:a16="http://schemas.microsoft.com/office/drawing/2014/main" id="{5E6B5BC6-4928-05DA-AD34-2AF8D8977294}"/>
              </a:ext>
            </a:extLst>
          </p:cNvPr>
          <p:cNvSpPr>
            <a:spLocks noGrp="1"/>
          </p:cNvSpPr>
          <p:nvPr>
            <p:ph type="title"/>
          </p:nvPr>
        </p:nvSpPr>
        <p:spPr/>
        <p:txBody>
          <a:bodyPr/>
          <a:lstStyle/>
          <a:p>
            <a:r>
              <a:rPr lang="en" altLang="ja-JP"/>
              <a:t>8. (2) </a:t>
            </a:r>
            <a:r>
              <a:rPr kumimoji="1" lang="en" altLang="ja-JP"/>
              <a:t>Overview of SDK design confirmation and defect analysis</a:t>
            </a:r>
          </a:p>
        </p:txBody>
      </p:sp>
      <p:sp>
        <p:nvSpPr>
          <p:cNvPr id="8" name="正方形/長方形 7">
            <a:extLst>
              <a:ext uri="{FF2B5EF4-FFF2-40B4-BE49-F238E27FC236}">
                <a16:creationId xmlns:a16="http://schemas.microsoft.com/office/drawing/2014/main" id="{46385DF3-C773-30F1-1300-C08BF552E4A9}"/>
              </a:ext>
            </a:extLst>
          </p:cNvPr>
          <p:cNvSpPr/>
          <p:nvPr/>
        </p:nvSpPr>
        <p:spPr>
          <a:xfrm>
            <a:off x="977405" y="785777"/>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en" altLang="en-US" sz="1600"/>
              <a:t>Customer</a:t>
            </a:r>
          </a:p>
        </p:txBody>
      </p:sp>
      <p:sp>
        <p:nvSpPr>
          <p:cNvPr id="9" name="正方形/長方形 8">
            <a:extLst>
              <a:ext uri="{FF2B5EF4-FFF2-40B4-BE49-F238E27FC236}">
                <a16:creationId xmlns:a16="http://schemas.microsoft.com/office/drawing/2014/main" id="{4EB9DDAB-9A3C-A06D-0E0A-597166FB955F}"/>
              </a:ext>
            </a:extLst>
          </p:cNvPr>
          <p:cNvSpPr/>
          <p:nvPr/>
        </p:nvSpPr>
        <p:spPr>
          <a:xfrm>
            <a:off x="884325" y="943304"/>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en" altLang="en-US" sz="1600"/>
              <a:t>Customer</a:t>
            </a:r>
          </a:p>
        </p:txBody>
      </p:sp>
      <p:sp>
        <p:nvSpPr>
          <p:cNvPr id="10" name="正方形/長方形 9">
            <a:extLst>
              <a:ext uri="{FF2B5EF4-FFF2-40B4-BE49-F238E27FC236}">
                <a16:creationId xmlns:a16="http://schemas.microsoft.com/office/drawing/2014/main" id="{078213F0-251D-375A-C2BB-DAB2113BFBBE}"/>
              </a:ext>
            </a:extLst>
          </p:cNvPr>
          <p:cNvSpPr/>
          <p:nvPr/>
        </p:nvSpPr>
        <p:spPr>
          <a:xfrm>
            <a:off x="791244" y="1097482"/>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en" altLang="en-US">
                <a:latin typeface="+mn-ea"/>
              </a:rPr>
              <a:t>Customer</a:t>
            </a:r>
          </a:p>
        </p:txBody>
      </p:sp>
      <p:cxnSp>
        <p:nvCxnSpPr>
          <p:cNvPr id="11" name="直線矢印コネクタ 10">
            <a:extLst>
              <a:ext uri="{FF2B5EF4-FFF2-40B4-BE49-F238E27FC236}">
                <a16:creationId xmlns:a16="http://schemas.microsoft.com/office/drawing/2014/main" id="{5EB7D977-0AF3-21C6-355E-71E5BA65BC4D}"/>
              </a:ext>
            </a:extLst>
          </p:cNvPr>
          <p:cNvCxnSpPr>
            <a:cxnSpLocks/>
          </p:cNvCxnSpPr>
          <p:nvPr/>
        </p:nvCxnSpPr>
        <p:spPr>
          <a:xfrm flipH="1">
            <a:off x="6340163" y="1338227"/>
            <a:ext cx="2618550" cy="1163328"/>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A4EE024C-7E89-A337-85C0-20BA574B93D1}"/>
              </a:ext>
            </a:extLst>
          </p:cNvPr>
          <p:cNvSpPr/>
          <p:nvPr/>
        </p:nvSpPr>
        <p:spPr>
          <a:xfrm>
            <a:off x="4810762" y="1097482"/>
            <a:ext cx="1800000" cy="5524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 altLang="ja-JP">
                <a:latin typeface="+mn-ea"/>
              </a:rPr>
              <a:t>DNJP System T</a:t>
            </a:r>
          </a:p>
        </p:txBody>
      </p:sp>
      <p:cxnSp>
        <p:nvCxnSpPr>
          <p:cNvPr id="13" name="直線矢印コネクタ 12">
            <a:extLst>
              <a:ext uri="{FF2B5EF4-FFF2-40B4-BE49-F238E27FC236}">
                <a16:creationId xmlns:a16="http://schemas.microsoft.com/office/drawing/2014/main" id="{F3CE8494-38DB-4231-9B75-3315036C4A94}"/>
              </a:ext>
            </a:extLst>
          </p:cNvPr>
          <p:cNvCxnSpPr>
            <a:cxnSpLocks/>
          </p:cNvCxnSpPr>
          <p:nvPr/>
        </p:nvCxnSpPr>
        <p:spPr>
          <a:xfrm>
            <a:off x="5836788" y="1667761"/>
            <a:ext cx="0" cy="90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線矢印コネクタ 13">
            <a:extLst>
              <a:ext uri="{FF2B5EF4-FFF2-40B4-BE49-F238E27FC236}">
                <a16:creationId xmlns:a16="http://schemas.microsoft.com/office/drawing/2014/main" id="{AC16EA75-92F0-DD8F-E461-630A4FE936A0}"/>
              </a:ext>
            </a:extLst>
          </p:cNvPr>
          <p:cNvCxnSpPr>
            <a:cxnSpLocks/>
          </p:cNvCxnSpPr>
          <p:nvPr/>
        </p:nvCxnSpPr>
        <p:spPr>
          <a:xfrm flipH="1">
            <a:off x="2845685" y="1261331"/>
            <a:ext cx="1908000"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15" name="正方形/長方形 14">
            <a:extLst>
              <a:ext uri="{FF2B5EF4-FFF2-40B4-BE49-F238E27FC236}">
                <a16:creationId xmlns:a16="http://schemas.microsoft.com/office/drawing/2014/main" id="{D271AC7F-1661-38BA-B01D-F131BF83E0F8}"/>
              </a:ext>
            </a:extLst>
          </p:cNvPr>
          <p:cNvSpPr/>
          <p:nvPr/>
        </p:nvSpPr>
        <p:spPr>
          <a:xfrm>
            <a:off x="8985186" y="1097482"/>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 altLang="ja-JP">
                <a:latin typeface="+mn-ea"/>
              </a:rPr>
              <a:t>IDEMIA</a:t>
            </a:r>
            <a:endParaRPr kumimoji="1" lang="en-US" altLang="ja-JP">
              <a:latin typeface="+mn-ea"/>
            </a:endParaRPr>
          </a:p>
        </p:txBody>
      </p:sp>
      <p:sp>
        <p:nvSpPr>
          <p:cNvPr id="16" name="正方形/長方形 15">
            <a:extLst>
              <a:ext uri="{FF2B5EF4-FFF2-40B4-BE49-F238E27FC236}">
                <a16:creationId xmlns:a16="http://schemas.microsoft.com/office/drawing/2014/main" id="{4FC53D66-E684-6645-A036-9EBBE739F111}"/>
              </a:ext>
            </a:extLst>
          </p:cNvPr>
          <p:cNvSpPr/>
          <p:nvPr/>
        </p:nvSpPr>
        <p:spPr>
          <a:xfrm>
            <a:off x="4810762" y="4064862"/>
            <a:ext cx="1800000" cy="5524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 altLang="ja-JP">
                <a:latin typeface="+mn-ea"/>
              </a:rPr>
              <a:t>DNJP Operation T</a:t>
            </a:r>
          </a:p>
        </p:txBody>
      </p:sp>
      <p:sp>
        <p:nvSpPr>
          <p:cNvPr id="17" name="正方形/長方形 16">
            <a:extLst>
              <a:ext uri="{FF2B5EF4-FFF2-40B4-BE49-F238E27FC236}">
                <a16:creationId xmlns:a16="http://schemas.microsoft.com/office/drawing/2014/main" id="{F4125E39-076C-7BE0-C428-BA327BB4F6D5}"/>
              </a:ext>
            </a:extLst>
          </p:cNvPr>
          <p:cNvSpPr/>
          <p:nvPr/>
        </p:nvSpPr>
        <p:spPr>
          <a:xfrm>
            <a:off x="4810762" y="2586142"/>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 altLang="ja-JP">
                <a:latin typeface="+mn-ea"/>
              </a:rPr>
              <a:t>DNJP SDK Development T</a:t>
            </a:r>
          </a:p>
        </p:txBody>
      </p:sp>
      <p:cxnSp>
        <p:nvCxnSpPr>
          <p:cNvPr id="18" name="直線矢印コネクタ 17">
            <a:extLst>
              <a:ext uri="{FF2B5EF4-FFF2-40B4-BE49-F238E27FC236}">
                <a16:creationId xmlns:a16="http://schemas.microsoft.com/office/drawing/2014/main" id="{145BBABC-7FA3-F37C-C67D-BDF0921808DB}"/>
              </a:ext>
            </a:extLst>
          </p:cNvPr>
          <p:cNvCxnSpPr>
            <a:cxnSpLocks/>
          </p:cNvCxnSpPr>
          <p:nvPr/>
        </p:nvCxnSpPr>
        <p:spPr>
          <a:xfrm flipV="1">
            <a:off x="5552977" y="1667761"/>
            <a:ext cx="0" cy="90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線矢印コネクタ 18">
            <a:extLst>
              <a:ext uri="{FF2B5EF4-FFF2-40B4-BE49-F238E27FC236}">
                <a16:creationId xmlns:a16="http://schemas.microsoft.com/office/drawing/2014/main" id="{3717C269-59B0-5F29-F82A-7EE89C9B46D2}"/>
              </a:ext>
            </a:extLst>
          </p:cNvPr>
          <p:cNvCxnSpPr>
            <a:cxnSpLocks/>
          </p:cNvCxnSpPr>
          <p:nvPr/>
        </p:nvCxnSpPr>
        <p:spPr>
          <a:xfrm flipV="1">
            <a:off x="6550963" y="1495754"/>
            <a:ext cx="2407750" cy="1075025"/>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20" name="直線矢印コネクタ 19">
            <a:extLst>
              <a:ext uri="{FF2B5EF4-FFF2-40B4-BE49-F238E27FC236}">
                <a16:creationId xmlns:a16="http://schemas.microsoft.com/office/drawing/2014/main" id="{4EA197B3-A4EC-B2E1-09F5-0E1752F76232}"/>
              </a:ext>
            </a:extLst>
          </p:cNvPr>
          <p:cNvCxnSpPr>
            <a:cxnSpLocks/>
          </p:cNvCxnSpPr>
          <p:nvPr/>
        </p:nvCxnSpPr>
        <p:spPr>
          <a:xfrm>
            <a:off x="2845685" y="1506175"/>
            <a:ext cx="1908000"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21" name="直線矢印コネクタ 20">
            <a:extLst>
              <a:ext uri="{FF2B5EF4-FFF2-40B4-BE49-F238E27FC236}">
                <a16:creationId xmlns:a16="http://schemas.microsoft.com/office/drawing/2014/main" id="{4FF7D20A-6093-DA89-3630-4FAB21D84148}"/>
              </a:ext>
            </a:extLst>
          </p:cNvPr>
          <p:cNvCxnSpPr>
            <a:cxnSpLocks/>
          </p:cNvCxnSpPr>
          <p:nvPr/>
        </p:nvCxnSpPr>
        <p:spPr>
          <a:xfrm>
            <a:off x="5552977" y="3138592"/>
            <a:ext cx="0" cy="90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線矢印コネクタ 21">
            <a:extLst>
              <a:ext uri="{FF2B5EF4-FFF2-40B4-BE49-F238E27FC236}">
                <a16:creationId xmlns:a16="http://schemas.microsoft.com/office/drawing/2014/main" id="{642913A8-44AC-3C1C-C901-119C91E17C51}"/>
              </a:ext>
            </a:extLst>
          </p:cNvPr>
          <p:cNvCxnSpPr>
            <a:cxnSpLocks/>
          </p:cNvCxnSpPr>
          <p:nvPr/>
        </p:nvCxnSpPr>
        <p:spPr>
          <a:xfrm flipV="1">
            <a:off x="5836788" y="3138592"/>
            <a:ext cx="0" cy="90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7">
            <a:extLst>
              <a:ext uri="{FF2B5EF4-FFF2-40B4-BE49-F238E27FC236}">
                <a16:creationId xmlns:a16="http://schemas.microsoft.com/office/drawing/2014/main" id="{5EA15B2F-F987-A383-DCE6-F24B39EECCA7}"/>
              </a:ext>
            </a:extLst>
          </p:cNvPr>
          <p:cNvCxnSpPr>
            <a:cxnSpLocks/>
          </p:cNvCxnSpPr>
          <p:nvPr/>
        </p:nvCxnSpPr>
        <p:spPr>
          <a:xfrm rot="16200000" flipH="1">
            <a:off x="1975401" y="1539837"/>
            <a:ext cx="2556000" cy="2880000"/>
          </a:xfrm>
          <a:prstGeom prst="bentConnector2">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24" name="直線矢印コネクタ 27">
            <a:extLst>
              <a:ext uri="{FF2B5EF4-FFF2-40B4-BE49-F238E27FC236}">
                <a16:creationId xmlns:a16="http://schemas.microsoft.com/office/drawing/2014/main" id="{08E7CE6A-B6B6-CB09-A2DA-C488C6BBB5D8}"/>
              </a:ext>
            </a:extLst>
          </p:cNvPr>
          <p:cNvCxnSpPr>
            <a:cxnSpLocks/>
          </p:cNvCxnSpPr>
          <p:nvPr/>
        </p:nvCxnSpPr>
        <p:spPr>
          <a:xfrm rot="16200000" flipH="1">
            <a:off x="1802916" y="1493196"/>
            <a:ext cx="2700000" cy="3168000"/>
          </a:xfrm>
          <a:prstGeom prst="bentConnector2">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25" name="正方形/長方形 24">
            <a:extLst>
              <a:ext uri="{FF2B5EF4-FFF2-40B4-BE49-F238E27FC236}">
                <a16:creationId xmlns:a16="http://schemas.microsoft.com/office/drawing/2014/main" id="{540B3C53-4123-6880-E4FE-D80B6CAE2394}"/>
              </a:ext>
            </a:extLst>
          </p:cNvPr>
          <p:cNvSpPr/>
          <p:nvPr/>
        </p:nvSpPr>
        <p:spPr>
          <a:xfrm>
            <a:off x="8985186" y="2586142"/>
            <a:ext cx="1800000" cy="552450"/>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 altLang="ja-JP">
                <a:latin typeface="+mn-ea"/>
              </a:rPr>
              <a:t>FPT</a:t>
            </a:r>
            <a:endParaRPr lang="en-US" altLang="ja-JP">
              <a:latin typeface="+mn-ea"/>
            </a:endParaRPr>
          </a:p>
        </p:txBody>
      </p:sp>
      <p:cxnSp>
        <p:nvCxnSpPr>
          <p:cNvPr id="32" name="直線矢印コネクタ 31">
            <a:extLst>
              <a:ext uri="{FF2B5EF4-FFF2-40B4-BE49-F238E27FC236}">
                <a16:creationId xmlns:a16="http://schemas.microsoft.com/office/drawing/2014/main" id="{B96BB8AF-2873-CB03-94BE-9DFEAF0F8E12}"/>
              </a:ext>
            </a:extLst>
          </p:cNvPr>
          <p:cNvCxnSpPr>
            <a:cxnSpLocks/>
          </p:cNvCxnSpPr>
          <p:nvPr/>
        </p:nvCxnSpPr>
        <p:spPr>
          <a:xfrm flipH="1">
            <a:off x="6618713" y="2749499"/>
            <a:ext cx="2340000"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33" name="直線矢印コネクタ 32">
            <a:extLst>
              <a:ext uri="{FF2B5EF4-FFF2-40B4-BE49-F238E27FC236}">
                <a16:creationId xmlns:a16="http://schemas.microsoft.com/office/drawing/2014/main" id="{D4CDF4D0-A856-2F84-A689-CF87E5821255}"/>
              </a:ext>
            </a:extLst>
          </p:cNvPr>
          <p:cNvCxnSpPr>
            <a:cxnSpLocks/>
          </p:cNvCxnSpPr>
          <p:nvPr/>
        </p:nvCxnSpPr>
        <p:spPr>
          <a:xfrm>
            <a:off x="6618713" y="2994343"/>
            <a:ext cx="2340000" cy="0"/>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34" name="テキスト ボックス 33">
            <a:extLst>
              <a:ext uri="{FF2B5EF4-FFF2-40B4-BE49-F238E27FC236}">
                <a16:creationId xmlns:a16="http://schemas.microsoft.com/office/drawing/2014/main" id="{00213D4E-30D0-6F83-B44B-3C8BA364A3BC}"/>
              </a:ext>
            </a:extLst>
          </p:cNvPr>
          <p:cNvSpPr txBox="1"/>
          <p:nvPr/>
        </p:nvSpPr>
        <p:spPr>
          <a:xfrm>
            <a:off x="2976665" y="925842"/>
            <a:ext cx="1428358" cy="307777"/>
          </a:xfrm>
          <a:prstGeom prst="rect">
            <a:avLst/>
          </a:prstGeom>
          <a:noFill/>
        </p:spPr>
        <p:txBody>
          <a:bodyPr wrap="square">
            <a:spAutoFit/>
          </a:bodyPr>
          <a:lstStyle/>
          <a:p>
            <a:r>
              <a:rPr lang="en" altLang="en-US" sz="1400"/>
              <a:t>Specification Inquiry</a:t>
            </a:r>
          </a:p>
        </p:txBody>
      </p:sp>
      <p:sp>
        <p:nvSpPr>
          <p:cNvPr id="35" name="テキスト ボックス 34">
            <a:extLst>
              <a:ext uri="{FF2B5EF4-FFF2-40B4-BE49-F238E27FC236}">
                <a16:creationId xmlns:a16="http://schemas.microsoft.com/office/drawing/2014/main" id="{C9EF331D-FFB8-79AB-89E0-560F3C3B7DFA}"/>
              </a:ext>
            </a:extLst>
          </p:cNvPr>
          <p:cNvSpPr txBox="1"/>
          <p:nvPr/>
        </p:nvSpPr>
        <p:spPr>
          <a:xfrm>
            <a:off x="3328325" y="1547539"/>
            <a:ext cx="545764" cy="307777"/>
          </a:xfrm>
          <a:prstGeom prst="rect">
            <a:avLst/>
          </a:prstGeom>
          <a:noFill/>
        </p:spPr>
        <p:txBody>
          <a:bodyPr wrap="square">
            <a:spAutoFit/>
          </a:bodyPr>
          <a:lstStyle/>
          <a:p>
            <a:r>
              <a:rPr lang="en" altLang="en-US" sz="1400"/>
              <a:t>Answer</a:t>
            </a:r>
          </a:p>
        </p:txBody>
      </p:sp>
      <p:sp>
        <p:nvSpPr>
          <p:cNvPr id="36" name="テキスト ボックス 35">
            <a:extLst>
              <a:ext uri="{FF2B5EF4-FFF2-40B4-BE49-F238E27FC236}">
                <a16:creationId xmlns:a16="http://schemas.microsoft.com/office/drawing/2014/main" id="{1281F265-EDA9-04CC-5C4E-476DD295B8F8}"/>
              </a:ext>
            </a:extLst>
          </p:cNvPr>
          <p:cNvSpPr txBox="1"/>
          <p:nvPr/>
        </p:nvSpPr>
        <p:spPr>
          <a:xfrm>
            <a:off x="3328325" y="3923052"/>
            <a:ext cx="545764" cy="307777"/>
          </a:xfrm>
          <a:prstGeom prst="rect">
            <a:avLst/>
          </a:prstGeom>
          <a:noFill/>
        </p:spPr>
        <p:txBody>
          <a:bodyPr wrap="square">
            <a:spAutoFit/>
          </a:bodyPr>
          <a:lstStyle/>
          <a:p>
            <a:r>
              <a:rPr lang="en" altLang="en-US" sz="1400"/>
              <a:t>Answer</a:t>
            </a:r>
          </a:p>
        </p:txBody>
      </p:sp>
      <p:sp>
        <p:nvSpPr>
          <p:cNvPr id="37" name="テキスト ボックス 36">
            <a:extLst>
              <a:ext uri="{FF2B5EF4-FFF2-40B4-BE49-F238E27FC236}">
                <a16:creationId xmlns:a16="http://schemas.microsoft.com/office/drawing/2014/main" id="{06B24E09-A58A-BD69-6D39-26260C4D94D0}"/>
              </a:ext>
            </a:extLst>
          </p:cNvPr>
          <p:cNvSpPr txBox="1"/>
          <p:nvPr/>
        </p:nvSpPr>
        <p:spPr>
          <a:xfrm>
            <a:off x="2759918" y="4432794"/>
            <a:ext cx="1976998" cy="307777"/>
          </a:xfrm>
          <a:prstGeom prst="rect">
            <a:avLst/>
          </a:prstGeom>
          <a:noFill/>
        </p:spPr>
        <p:txBody>
          <a:bodyPr wrap="square">
            <a:spAutoFit/>
          </a:bodyPr>
          <a:lstStyle/>
          <a:p>
            <a:r>
              <a:rPr lang="en" altLang="en-US" sz="1400"/>
              <a:t>Market Trouble Inquiry</a:t>
            </a:r>
          </a:p>
        </p:txBody>
      </p:sp>
      <p:sp>
        <p:nvSpPr>
          <p:cNvPr id="38" name="テキスト ボックス 37">
            <a:extLst>
              <a:ext uri="{FF2B5EF4-FFF2-40B4-BE49-F238E27FC236}">
                <a16:creationId xmlns:a16="http://schemas.microsoft.com/office/drawing/2014/main" id="{3F7D01DC-F393-B40B-30F4-1B36D2721238}"/>
              </a:ext>
            </a:extLst>
          </p:cNvPr>
          <p:cNvSpPr txBox="1"/>
          <p:nvPr/>
        </p:nvSpPr>
        <p:spPr>
          <a:xfrm>
            <a:off x="5840980" y="1724094"/>
            <a:ext cx="1052799" cy="307777"/>
          </a:xfrm>
          <a:prstGeom prst="rect">
            <a:avLst/>
          </a:prstGeom>
          <a:noFill/>
        </p:spPr>
        <p:txBody>
          <a:bodyPr wrap="square">
            <a:spAutoFit/>
          </a:bodyPr>
          <a:lstStyle/>
          <a:p>
            <a:r>
              <a:rPr lang="en" altLang="en-US" sz="1400"/>
              <a:t>Confirmation request</a:t>
            </a:r>
          </a:p>
        </p:txBody>
      </p:sp>
      <p:sp>
        <p:nvSpPr>
          <p:cNvPr id="39" name="テキスト ボックス 38">
            <a:extLst>
              <a:ext uri="{FF2B5EF4-FFF2-40B4-BE49-F238E27FC236}">
                <a16:creationId xmlns:a16="http://schemas.microsoft.com/office/drawing/2014/main" id="{FAEB8AF8-C84D-2994-CE18-A2E09E9B0164}"/>
              </a:ext>
            </a:extLst>
          </p:cNvPr>
          <p:cNvSpPr txBox="1"/>
          <p:nvPr/>
        </p:nvSpPr>
        <p:spPr>
          <a:xfrm>
            <a:off x="4837790" y="1724094"/>
            <a:ext cx="650312" cy="307777"/>
          </a:xfrm>
          <a:prstGeom prst="rect">
            <a:avLst/>
          </a:prstGeom>
          <a:noFill/>
        </p:spPr>
        <p:txBody>
          <a:bodyPr wrap="square">
            <a:spAutoFit/>
          </a:bodyPr>
          <a:lstStyle/>
          <a:p>
            <a:r>
              <a:rPr lang="en" altLang="en-US" sz="1400"/>
              <a:t>Answer</a:t>
            </a:r>
          </a:p>
        </p:txBody>
      </p:sp>
      <p:sp>
        <p:nvSpPr>
          <p:cNvPr id="40" name="テキスト ボックス 39">
            <a:extLst>
              <a:ext uri="{FF2B5EF4-FFF2-40B4-BE49-F238E27FC236}">
                <a16:creationId xmlns:a16="http://schemas.microsoft.com/office/drawing/2014/main" id="{5C46AA68-83F3-32B3-C572-1643C7475DE1}"/>
              </a:ext>
            </a:extLst>
          </p:cNvPr>
          <p:cNvSpPr txBox="1"/>
          <p:nvPr/>
        </p:nvSpPr>
        <p:spPr>
          <a:xfrm>
            <a:off x="5840980" y="3669750"/>
            <a:ext cx="1052799" cy="307777"/>
          </a:xfrm>
          <a:prstGeom prst="rect">
            <a:avLst/>
          </a:prstGeom>
          <a:noFill/>
        </p:spPr>
        <p:txBody>
          <a:bodyPr wrap="square">
            <a:spAutoFit/>
          </a:bodyPr>
          <a:lstStyle/>
          <a:p>
            <a:r>
              <a:rPr lang="en" altLang="en-US" sz="1400"/>
              <a:t>Request analysis</a:t>
            </a:r>
          </a:p>
        </p:txBody>
      </p:sp>
      <p:sp>
        <p:nvSpPr>
          <p:cNvPr id="41" name="テキスト ボックス 40">
            <a:extLst>
              <a:ext uri="{FF2B5EF4-FFF2-40B4-BE49-F238E27FC236}">
                <a16:creationId xmlns:a16="http://schemas.microsoft.com/office/drawing/2014/main" id="{71B1E299-3F62-3184-9D6E-648DECFAD192}"/>
              </a:ext>
            </a:extLst>
          </p:cNvPr>
          <p:cNvSpPr txBox="1"/>
          <p:nvPr/>
        </p:nvSpPr>
        <p:spPr>
          <a:xfrm>
            <a:off x="4837790" y="3669750"/>
            <a:ext cx="650312" cy="307777"/>
          </a:xfrm>
          <a:prstGeom prst="rect">
            <a:avLst/>
          </a:prstGeom>
          <a:noFill/>
        </p:spPr>
        <p:txBody>
          <a:bodyPr wrap="square">
            <a:spAutoFit/>
          </a:bodyPr>
          <a:lstStyle/>
          <a:p>
            <a:r>
              <a:rPr lang="en" altLang="en-US" sz="1400"/>
              <a:t>Answer</a:t>
            </a:r>
          </a:p>
        </p:txBody>
      </p:sp>
      <p:sp>
        <p:nvSpPr>
          <p:cNvPr id="42" name="テキスト ボックス 41">
            <a:extLst>
              <a:ext uri="{FF2B5EF4-FFF2-40B4-BE49-F238E27FC236}">
                <a16:creationId xmlns:a16="http://schemas.microsoft.com/office/drawing/2014/main" id="{3406AD3D-1FE6-938A-D8BD-09061083C9AB}"/>
              </a:ext>
            </a:extLst>
          </p:cNvPr>
          <p:cNvSpPr txBox="1"/>
          <p:nvPr/>
        </p:nvSpPr>
        <p:spPr>
          <a:xfrm>
            <a:off x="7391391" y="2439337"/>
            <a:ext cx="958879" cy="307777"/>
          </a:xfrm>
          <a:prstGeom prst="rect">
            <a:avLst/>
          </a:prstGeom>
          <a:noFill/>
        </p:spPr>
        <p:txBody>
          <a:bodyPr wrap="square">
            <a:spAutoFit/>
          </a:bodyPr>
          <a:lstStyle/>
          <a:p>
            <a:r>
              <a:rPr lang="en" altLang="en-US" sz="1400"/>
              <a:t>Work instructions</a:t>
            </a:r>
          </a:p>
        </p:txBody>
      </p:sp>
      <p:sp>
        <p:nvSpPr>
          <p:cNvPr id="43" name="テキスト ボックス 42">
            <a:extLst>
              <a:ext uri="{FF2B5EF4-FFF2-40B4-BE49-F238E27FC236}">
                <a16:creationId xmlns:a16="http://schemas.microsoft.com/office/drawing/2014/main" id="{2141020E-372D-2778-F4D6-129B39DF1786}"/>
              </a:ext>
            </a:extLst>
          </p:cNvPr>
          <p:cNvSpPr txBox="1"/>
          <p:nvPr/>
        </p:nvSpPr>
        <p:spPr>
          <a:xfrm>
            <a:off x="7391391" y="3005023"/>
            <a:ext cx="958879" cy="307777"/>
          </a:xfrm>
          <a:prstGeom prst="rect">
            <a:avLst/>
          </a:prstGeom>
          <a:noFill/>
        </p:spPr>
        <p:txBody>
          <a:bodyPr wrap="square">
            <a:spAutoFit/>
          </a:bodyPr>
          <a:lstStyle/>
          <a:p>
            <a:r>
              <a:rPr lang="en" altLang="en-US" sz="1400"/>
              <a:t>Result Report</a:t>
            </a:r>
          </a:p>
        </p:txBody>
      </p:sp>
      <p:sp>
        <p:nvSpPr>
          <p:cNvPr id="47" name="テキスト ボックス 46">
            <a:extLst>
              <a:ext uri="{FF2B5EF4-FFF2-40B4-BE49-F238E27FC236}">
                <a16:creationId xmlns:a16="http://schemas.microsoft.com/office/drawing/2014/main" id="{F272C157-93FA-326B-C561-8C02D7F52938}"/>
              </a:ext>
            </a:extLst>
          </p:cNvPr>
          <p:cNvSpPr txBox="1"/>
          <p:nvPr/>
        </p:nvSpPr>
        <p:spPr>
          <a:xfrm>
            <a:off x="6973203" y="902689"/>
            <a:ext cx="1510203" cy="738664"/>
          </a:xfrm>
          <a:prstGeom prst="rect">
            <a:avLst/>
          </a:prstGeom>
          <a:noFill/>
        </p:spPr>
        <p:txBody>
          <a:bodyPr wrap="square">
            <a:spAutoFit/>
          </a:bodyPr>
          <a:lstStyle/>
          <a:p>
            <a:r>
              <a:rPr lang="en" altLang="ja-JP" sz="1400"/>
              <a:t>About DA</a:t>
            </a:r>
            <a:endParaRPr lang="en-US" altLang="ja-JP" sz="1400"/>
          </a:p>
          <a:p>
            <a:r>
              <a:rPr lang="en" altLang="en-US" sz="1400"/>
              <a:t>Specification Inquiries/</a:t>
            </a:r>
          </a:p>
          <a:p>
            <a:r>
              <a:rPr lang="en" altLang="en-US" sz="1400"/>
              <a:t>Defect Analysis Request</a:t>
            </a:r>
          </a:p>
        </p:txBody>
      </p:sp>
      <p:sp>
        <p:nvSpPr>
          <p:cNvPr id="50" name="テキスト ボックス 49">
            <a:extLst>
              <a:ext uri="{FF2B5EF4-FFF2-40B4-BE49-F238E27FC236}">
                <a16:creationId xmlns:a16="http://schemas.microsoft.com/office/drawing/2014/main" id="{7EFDD9CA-A36F-F5C4-C496-ABC32EC57791}"/>
              </a:ext>
            </a:extLst>
          </p:cNvPr>
          <p:cNvSpPr txBox="1"/>
          <p:nvPr/>
        </p:nvSpPr>
        <p:spPr>
          <a:xfrm>
            <a:off x="8350270" y="1741097"/>
            <a:ext cx="650312" cy="307777"/>
          </a:xfrm>
          <a:prstGeom prst="rect">
            <a:avLst/>
          </a:prstGeom>
          <a:noFill/>
        </p:spPr>
        <p:txBody>
          <a:bodyPr wrap="square">
            <a:spAutoFit/>
          </a:bodyPr>
          <a:lstStyle/>
          <a:p>
            <a:r>
              <a:rPr lang="en" altLang="en-US" sz="1400"/>
              <a:t>Answer</a:t>
            </a:r>
          </a:p>
        </p:txBody>
      </p:sp>
      <p:graphicFrame>
        <p:nvGraphicFramePr>
          <p:cNvPr id="54" name="表 53">
            <a:extLst>
              <a:ext uri="{FF2B5EF4-FFF2-40B4-BE49-F238E27FC236}">
                <a16:creationId xmlns:a16="http://schemas.microsoft.com/office/drawing/2014/main" id="{315CBEBF-B980-DC56-5077-1B96BBC15AE3}"/>
              </a:ext>
            </a:extLst>
          </p:cNvPr>
          <p:cNvGraphicFramePr>
            <a:graphicFrameLocks noGrp="1"/>
          </p:cNvGraphicFramePr>
          <p:nvPr>
            <p:extLst>
              <p:ext uri="{D42A27DB-BD31-4B8C-83A1-F6EECF244321}">
                <p14:modId xmlns:p14="http://schemas.microsoft.com/office/powerpoint/2010/main" val="3827944929"/>
              </p:ext>
            </p:extLst>
          </p:nvPr>
        </p:nvGraphicFramePr>
        <p:xfrm>
          <a:off x="564544" y="4784279"/>
          <a:ext cx="11071833" cy="1828800"/>
        </p:xfrm>
        <a:graphic>
          <a:graphicData uri="http://schemas.openxmlformats.org/drawingml/2006/table">
            <a:tbl>
              <a:tblPr firstRow="1" bandRow="1">
                <a:tableStyleId>{5940675A-B579-460E-94D1-54222C63F5DA}</a:tableStyleId>
              </a:tblPr>
              <a:tblGrid>
                <a:gridCol w="5605668">
                  <a:extLst>
                    <a:ext uri="{9D8B030D-6E8A-4147-A177-3AD203B41FA5}">
                      <a16:colId xmlns:a16="http://schemas.microsoft.com/office/drawing/2014/main" val="2454353315"/>
                    </a:ext>
                  </a:extLst>
                </a:gridCol>
                <a:gridCol w="3067329">
                  <a:extLst>
                    <a:ext uri="{9D8B030D-6E8A-4147-A177-3AD203B41FA5}">
                      <a16:colId xmlns:a16="http://schemas.microsoft.com/office/drawing/2014/main" val="3510158629"/>
                    </a:ext>
                  </a:extLst>
                </a:gridCol>
                <a:gridCol w="2398836">
                  <a:extLst>
                    <a:ext uri="{9D8B030D-6E8A-4147-A177-3AD203B41FA5}">
                      <a16:colId xmlns:a16="http://schemas.microsoft.com/office/drawing/2014/main" val="1680270962"/>
                    </a:ext>
                  </a:extLst>
                </a:gridCol>
              </a:tblGrid>
              <a:tr h="262083">
                <a:tc>
                  <a:txBody>
                    <a:bodyPr/>
                    <a:lstStyle/>
                    <a:p>
                      <a:pPr algn="l"/>
                      <a:r>
                        <a:rPr kumimoji="1" lang="en" altLang="en-US" sz="1200" b="1"/>
                        <a:t>Main Implementation Details</a:t>
                      </a:r>
                    </a:p>
                  </a:txBody>
                  <a:tcPr>
                    <a:solidFill>
                      <a:schemeClr val="bg1">
                        <a:lumMod val="85000"/>
                      </a:schemeClr>
                    </a:solidFill>
                  </a:tcPr>
                </a:tc>
                <a:tc>
                  <a:txBody>
                    <a:bodyPr/>
                    <a:lstStyle/>
                    <a:p>
                      <a:pPr algn="l"/>
                      <a:r>
                        <a:rPr kumimoji="1" lang="en" altLang="en-US" sz="1200" b="1"/>
                        <a:t>Deliverables</a:t>
                      </a:r>
                    </a:p>
                  </a:txBody>
                  <a:tcPr>
                    <a:solidFill>
                      <a:schemeClr val="bg1">
                        <a:lumMod val="85000"/>
                      </a:schemeClr>
                    </a:solidFill>
                  </a:tcPr>
                </a:tc>
                <a:tc>
                  <a:txBody>
                    <a:bodyPr/>
                    <a:lstStyle/>
                    <a:p>
                      <a:pPr algn="l"/>
                      <a:r>
                        <a:rPr kumimoji="1" lang="en" altLang="en-US" sz="1200" b="1"/>
                        <a:t>Uptime</a:t>
                      </a:r>
                    </a:p>
                  </a:txBody>
                  <a:tcPr>
                    <a:solidFill>
                      <a:schemeClr val="bg1">
                        <a:lumMod val="85000"/>
                      </a:schemeClr>
                    </a:solidFill>
                  </a:tcPr>
                </a:tc>
                <a:extLst>
                  <a:ext uri="{0D108BD9-81ED-4DB2-BD59-A6C34878D82A}">
                    <a16:rowId xmlns:a16="http://schemas.microsoft.com/office/drawing/2014/main" val="870659724"/>
                  </a:ext>
                </a:extLst>
              </a:tr>
              <a:tr h="289560">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200">
                          <a:latin typeface="+mn-ea"/>
                          <a:ea typeface="+mn-ea"/>
                        </a:rPr>
                        <a:t>In response to inquiries from customers (including defect indications), after the primary analysis of DNJP, SDK design confirmation and defect analysis are carried out under the instructions of DNJP.</a:t>
                      </a:r>
                      <a:endParaRPr kumimoji="1" lang="en-US" altLang="ja-JP" sz="1200">
                        <a:latin typeface="+mn-ea"/>
                        <a:ea typeface="+mn-ea"/>
                      </a:endParaRPr>
                    </a:p>
                    <a:p>
                      <a:pPr marL="0" marR="0" lvl="0" indent="0" algn="l" defTabSz="914423" rtl="0" eaLnBrk="1" fontAlgn="auto" latinLnBrk="0" hangingPunct="1">
                        <a:lnSpc>
                          <a:spcPct val="100000"/>
                        </a:lnSpc>
                        <a:spcBef>
                          <a:spcPts val="0"/>
                        </a:spcBef>
                        <a:spcAft>
                          <a:spcPts val="0"/>
                        </a:spcAft>
                        <a:buClrTx/>
                        <a:buSzTx/>
                        <a:buFontTx/>
                        <a:buNone/>
                        <a:tabLst/>
                        <a:defRPr/>
                      </a:pPr>
                      <a:endParaRPr kumimoji="1" lang="en-US" altLang="ja-JP" sz="1200">
                        <a:latin typeface="+mn-ea"/>
                        <a:ea typeface="+mn-ea"/>
                      </a:endParaRPr>
                    </a:p>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ja-JP" sz="1200">
                          <a:latin typeface="+mn-ea"/>
                          <a:ea typeface="+mn-ea"/>
                        </a:rPr>
                        <a:t>*If it is outside the scope of responsibility and it is not possible to investigate on your own, check "who" and "what", and then answer the DNJP SDK development T about what to do after that.</a:t>
                      </a:r>
                    </a:p>
                    <a:p>
                      <a:pPr marL="0" marR="0" lvl="0" indent="0" algn="l" defTabSz="914423" rtl="0" eaLnBrk="1" fontAlgn="auto" latinLnBrk="0" hangingPunct="1">
                        <a:lnSpc>
                          <a:spcPct val="100000"/>
                        </a:lnSpc>
                        <a:spcBef>
                          <a:spcPts val="0"/>
                        </a:spcBef>
                        <a:spcAft>
                          <a:spcPts val="0"/>
                        </a:spcAft>
                        <a:buClrTx/>
                        <a:buSzTx/>
                        <a:buFontTx/>
                        <a:buNone/>
                        <a:tabLst/>
                        <a:defRPr/>
                      </a:pPr>
                      <a:endParaRPr kumimoji="1" lang="ja-JP" altLang="en-US" sz="1200">
                        <a:latin typeface="+mn-ea"/>
                        <a:ea typeface="+mn-ea"/>
                      </a:endParaRPr>
                    </a:p>
                  </a:txBody>
                  <a:tcPr anchor="ctr">
                    <a:noFill/>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200">
                          <a:solidFill>
                            <a:schemeClr val="tx1"/>
                          </a:solidFill>
                          <a:latin typeface="+mn-ea"/>
                          <a:ea typeface="+mn-ea"/>
                        </a:rPr>
                        <a:t>・Confirmation result report</a:t>
                      </a:r>
                      <a:endParaRPr kumimoji="1" lang="en-US" altLang="ja-JP" sz="1200">
                        <a:solidFill>
                          <a:schemeClr val="tx1"/>
                        </a:solidFill>
                        <a:latin typeface="+mn-ea"/>
                        <a:ea typeface="+mn-ea"/>
                      </a:endParaRPr>
                    </a:p>
                    <a:p>
                      <a:pPr marL="0" marR="0" lvl="0" indent="0" algn="l" defTabSz="914423" rtl="0" eaLnBrk="1" fontAlgn="auto" latinLnBrk="0" hangingPunct="1">
                        <a:lnSpc>
                          <a:spcPct val="100000"/>
                        </a:lnSpc>
                        <a:spcBef>
                          <a:spcPts val="0"/>
                        </a:spcBef>
                        <a:spcAft>
                          <a:spcPts val="0"/>
                        </a:spcAft>
                        <a:buClrTx/>
                        <a:buSzTx/>
                        <a:buFontTx/>
                        <a:buNone/>
                        <a:tabLst/>
                        <a:defRPr/>
                      </a:pPr>
                      <a:r>
                        <a:rPr kumimoji="1" lang="en" altLang="en-US" sz="1200">
                          <a:solidFill>
                            <a:schemeClr val="tx1"/>
                          </a:solidFill>
                          <a:latin typeface="+mn-ea"/>
                          <a:ea typeface="+mn-ea"/>
                        </a:rPr>
                        <a:t>・Defect analysis report</a:t>
                      </a:r>
                      <a:endParaRPr kumimoji="1" lang="en-US" altLang="ja-JP" sz="1200">
                        <a:solidFill>
                          <a:schemeClr val="tx1"/>
                        </a:solidFill>
                        <a:latin typeface="+mn-ea"/>
                        <a:ea typeface="+mn-ea"/>
                      </a:endParaRPr>
                    </a:p>
                    <a:p>
                      <a:pPr marL="0" marR="0" lvl="0" indent="0" algn="l" defTabSz="914423" rtl="0" eaLnBrk="1" fontAlgn="auto" latinLnBrk="0" hangingPunct="1">
                        <a:lnSpc>
                          <a:spcPct val="100000"/>
                        </a:lnSpc>
                        <a:spcBef>
                          <a:spcPts val="0"/>
                        </a:spcBef>
                        <a:spcAft>
                          <a:spcPts val="0"/>
                        </a:spcAft>
                        <a:buClrTx/>
                        <a:buSzTx/>
                        <a:buFontTx/>
                        <a:buNone/>
                        <a:tabLst/>
                        <a:defRPr/>
                      </a:pPr>
                      <a:endParaRPr kumimoji="1" lang="ja-JP" altLang="en-US" sz="1200">
                        <a:latin typeface="+mn-ea"/>
                        <a:ea typeface="+mn-ea"/>
                      </a:endParaRPr>
                    </a:p>
                  </a:txBody>
                  <a:tcPr anchor="ctr">
                    <a:noFill/>
                  </a:tcPr>
                </a:tc>
                <a:tc>
                  <a:txBody>
                    <a:bodyPr/>
                    <a:lstStyle/>
                    <a:p>
                      <a:pPr algn="l"/>
                      <a:r>
                        <a:rPr kumimoji="1" lang="en" altLang="en-US" sz="1200">
                          <a:latin typeface="+mn-ea"/>
                          <a:ea typeface="+mn-ea"/>
                        </a:rPr>
                        <a:t>In principle, weekday working days, 8 hours</a:t>
                      </a:r>
                      <a:endParaRPr kumimoji="1" lang="en-US" altLang="ja-JP" sz="1200">
                        <a:latin typeface="+mn-ea"/>
                        <a:ea typeface="+mn-ea"/>
                      </a:endParaRPr>
                    </a:p>
                    <a:p>
                      <a:pPr algn="l"/>
                      <a:r>
                        <a:rPr kumimoji="1" lang="en" altLang="ja-JP" sz="1200">
                          <a:solidFill>
                            <a:schemeClr val="tx1"/>
                          </a:solidFill>
                          <a:latin typeface="+mn-ea"/>
                          <a:ea typeface="+mn-ea"/>
                        </a:rPr>
                        <a:t>*In case of emergency, we may ask you to work on holidays.</a:t>
                      </a:r>
                    </a:p>
                  </a:txBody>
                  <a:tcPr anchor="ctr">
                    <a:noFill/>
                  </a:tcPr>
                </a:tc>
                <a:extLst>
                  <a:ext uri="{0D108BD9-81ED-4DB2-BD59-A6C34878D82A}">
                    <a16:rowId xmlns:a16="http://schemas.microsoft.com/office/drawing/2014/main" val="633651545"/>
                  </a:ext>
                </a:extLst>
              </a:tr>
            </a:tbl>
          </a:graphicData>
        </a:graphic>
      </p:graphicFrame>
    </p:spTree>
    <p:extLst>
      <p:ext uri="{BB962C8B-B14F-4D97-AF65-F5344CB8AC3E}">
        <p14:creationId xmlns:p14="http://schemas.microsoft.com/office/powerpoint/2010/main" val="3567104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51B8BD0-9394-1E55-B9D2-D28F9FE6DCA5}"/>
              </a:ext>
            </a:extLst>
          </p:cNvPr>
          <p:cNvSpPr>
            <a:spLocks noGrp="1"/>
          </p:cNvSpPr>
          <p:nvPr>
            <p:ph type="ftr" sz="quarter" idx="10"/>
          </p:nvPr>
        </p:nvSpPr>
        <p:spPr/>
        <p:txBody>
          <a:bodyPr/>
          <a:lstStyle/>
          <a:p>
            <a:r>
              <a:rPr lang="en" altLang="ja-JP" sz="600">
                <a:cs typeface="Segoe UI" panose="020B0502040204020203" pitchFamily="34" charset="0"/>
              </a:rPr>
              <a:t>Title / Month XX, 2025 (Please enter from "Insert" → "Header and Footer")</a:t>
            </a:r>
          </a:p>
        </p:txBody>
      </p:sp>
      <p:sp>
        <p:nvSpPr>
          <p:cNvPr id="3" name="スライド番号プレースホルダー 2">
            <a:extLst>
              <a:ext uri="{FF2B5EF4-FFF2-40B4-BE49-F238E27FC236}">
                <a16:creationId xmlns:a16="http://schemas.microsoft.com/office/drawing/2014/main" id="{346CC508-A569-2DEF-7F63-F25C2A347829}"/>
              </a:ext>
            </a:extLst>
          </p:cNvPr>
          <p:cNvSpPr>
            <a:spLocks noGrp="1"/>
          </p:cNvSpPr>
          <p:nvPr>
            <p:ph type="sldNum" sz="quarter" idx="11"/>
          </p:nvPr>
        </p:nvSpPr>
        <p:spPr/>
        <p:txBody>
          <a:bodyPr/>
          <a:lstStyle/>
          <a:p>
            <a:fld id="{A4345066-4952-40C1-BC8B-CE2851EC3EF2}" type="slidenum">
              <a:rPr lang="ja-JP" altLang="en-US" sz="1200" smtClean="0">
                <a:solidFill>
                  <a:schemeClr val="bg1">
                    <a:lumMod val="65000"/>
                  </a:schemeClr>
                </a:solidFill>
                <a:ea typeface="Yu Gothic UI Light" panose="020B0300000000000000" pitchFamily="50" charset="-128"/>
              </a:rPr>
              <a:pPr/>
              <a:t>12</a:t>
            </a:fld>
            <a:endParaRPr lang="en-US" altLang="ja-JP" sz="700">
              <a:solidFill>
                <a:schemeClr val="bg1">
                  <a:lumMod val="65000"/>
                </a:schemeClr>
              </a:solidFill>
              <a:ea typeface="Yu Gothic UI Light" panose="020B0300000000000000" pitchFamily="50" charset="-128"/>
            </a:endParaRPr>
          </a:p>
        </p:txBody>
      </p:sp>
      <p:sp>
        <p:nvSpPr>
          <p:cNvPr id="4" name="テキスト プレースホルダー 3">
            <a:extLst>
              <a:ext uri="{FF2B5EF4-FFF2-40B4-BE49-F238E27FC236}">
                <a16:creationId xmlns:a16="http://schemas.microsoft.com/office/drawing/2014/main" id="{C6808F17-F388-1097-E51F-C14B313A754B}"/>
              </a:ext>
            </a:extLst>
          </p:cNvPr>
          <p:cNvSpPr>
            <a:spLocks noGrp="1"/>
          </p:cNvSpPr>
          <p:nvPr>
            <p:ph type="body" sz="quarter" idx="16"/>
          </p:nvPr>
        </p:nvSpPr>
        <p:spPr/>
        <p:txBody>
          <a:bodyPr/>
          <a:lstStyle/>
          <a:p>
            <a:endParaRPr kumimoji="1" lang="ja-JP" altLang="en-US" sz="2000"/>
          </a:p>
        </p:txBody>
      </p:sp>
      <p:sp>
        <p:nvSpPr>
          <p:cNvPr id="5" name="タイトル 4">
            <a:extLst>
              <a:ext uri="{FF2B5EF4-FFF2-40B4-BE49-F238E27FC236}">
                <a16:creationId xmlns:a16="http://schemas.microsoft.com/office/drawing/2014/main" id="{3D2B209A-2295-FF17-5089-C3E322A33F59}"/>
              </a:ext>
            </a:extLst>
          </p:cNvPr>
          <p:cNvSpPr>
            <a:spLocks noGrp="1"/>
          </p:cNvSpPr>
          <p:nvPr>
            <p:ph type="title"/>
          </p:nvPr>
        </p:nvSpPr>
        <p:spPr/>
        <p:txBody>
          <a:bodyPr/>
          <a:lstStyle/>
          <a:p>
            <a:r>
              <a:rPr kumimoji="1" lang="en" altLang="ja-JP" sz="2000"/>
              <a:t>9. Summary transfer schedule</a:t>
            </a:r>
          </a:p>
        </p:txBody>
      </p:sp>
      <p:graphicFrame>
        <p:nvGraphicFramePr>
          <p:cNvPr id="7" name="表 6">
            <a:extLst>
              <a:ext uri="{FF2B5EF4-FFF2-40B4-BE49-F238E27FC236}">
                <a16:creationId xmlns:a16="http://schemas.microsoft.com/office/drawing/2014/main" id="{DA4A3BD2-F807-E28B-AF8C-8264FB1979B5}"/>
              </a:ext>
            </a:extLst>
          </p:cNvPr>
          <p:cNvGraphicFramePr>
            <a:graphicFrameLocks noGrp="1"/>
          </p:cNvGraphicFramePr>
          <p:nvPr>
            <p:extLst>
              <p:ext uri="{D42A27DB-BD31-4B8C-83A1-F6EECF244321}">
                <p14:modId xmlns:p14="http://schemas.microsoft.com/office/powerpoint/2010/main" val="1660699790"/>
              </p:ext>
            </p:extLst>
          </p:nvPr>
        </p:nvGraphicFramePr>
        <p:xfrm>
          <a:off x="313086" y="939489"/>
          <a:ext cx="11452200" cy="4647756"/>
        </p:xfrm>
        <a:graphic>
          <a:graphicData uri="http://schemas.openxmlformats.org/drawingml/2006/table">
            <a:tbl>
              <a:tblPr firstRow="1" bandRow="1">
                <a:tableStyleId>{5940675A-B579-460E-94D1-54222C63F5DA}</a:tableStyleId>
              </a:tblPr>
              <a:tblGrid>
                <a:gridCol w="954350">
                  <a:extLst>
                    <a:ext uri="{9D8B030D-6E8A-4147-A177-3AD203B41FA5}">
                      <a16:colId xmlns:a16="http://schemas.microsoft.com/office/drawing/2014/main" val="3395179227"/>
                    </a:ext>
                  </a:extLst>
                </a:gridCol>
                <a:gridCol w="954350">
                  <a:extLst>
                    <a:ext uri="{9D8B030D-6E8A-4147-A177-3AD203B41FA5}">
                      <a16:colId xmlns:a16="http://schemas.microsoft.com/office/drawing/2014/main" val="1503975894"/>
                    </a:ext>
                  </a:extLst>
                </a:gridCol>
                <a:gridCol w="954350">
                  <a:extLst>
                    <a:ext uri="{9D8B030D-6E8A-4147-A177-3AD203B41FA5}">
                      <a16:colId xmlns:a16="http://schemas.microsoft.com/office/drawing/2014/main" val="3638252509"/>
                    </a:ext>
                  </a:extLst>
                </a:gridCol>
                <a:gridCol w="954350">
                  <a:extLst>
                    <a:ext uri="{9D8B030D-6E8A-4147-A177-3AD203B41FA5}">
                      <a16:colId xmlns:a16="http://schemas.microsoft.com/office/drawing/2014/main" val="507010186"/>
                    </a:ext>
                  </a:extLst>
                </a:gridCol>
                <a:gridCol w="954350">
                  <a:extLst>
                    <a:ext uri="{9D8B030D-6E8A-4147-A177-3AD203B41FA5}">
                      <a16:colId xmlns:a16="http://schemas.microsoft.com/office/drawing/2014/main" val="2312317565"/>
                    </a:ext>
                  </a:extLst>
                </a:gridCol>
                <a:gridCol w="954350">
                  <a:extLst>
                    <a:ext uri="{9D8B030D-6E8A-4147-A177-3AD203B41FA5}">
                      <a16:colId xmlns:a16="http://schemas.microsoft.com/office/drawing/2014/main" val="1104495272"/>
                    </a:ext>
                  </a:extLst>
                </a:gridCol>
                <a:gridCol w="954350">
                  <a:extLst>
                    <a:ext uri="{9D8B030D-6E8A-4147-A177-3AD203B41FA5}">
                      <a16:colId xmlns:a16="http://schemas.microsoft.com/office/drawing/2014/main" val="2139511875"/>
                    </a:ext>
                  </a:extLst>
                </a:gridCol>
                <a:gridCol w="954350">
                  <a:extLst>
                    <a:ext uri="{9D8B030D-6E8A-4147-A177-3AD203B41FA5}">
                      <a16:colId xmlns:a16="http://schemas.microsoft.com/office/drawing/2014/main" val="2443191322"/>
                    </a:ext>
                  </a:extLst>
                </a:gridCol>
                <a:gridCol w="954350">
                  <a:extLst>
                    <a:ext uri="{9D8B030D-6E8A-4147-A177-3AD203B41FA5}">
                      <a16:colId xmlns:a16="http://schemas.microsoft.com/office/drawing/2014/main" val="4048490844"/>
                    </a:ext>
                  </a:extLst>
                </a:gridCol>
                <a:gridCol w="954350">
                  <a:extLst>
                    <a:ext uri="{9D8B030D-6E8A-4147-A177-3AD203B41FA5}">
                      <a16:colId xmlns:a16="http://schemas.microsoft.com/office/drawing/2014/main" val="1807299946"/>
                    </a:ext>
                  </a:extLst>
                </a:gridCol>
                <a:gridCol w="954350">
                  <a:extLst>
                    <a:ext uri="{9D8B030D-6E8A-4147-A177-3AD203B41FA5}">
                      <a16:colId xmlns:a16="http://schemas.microsoft.com/office/drawing/2014/main" val="1172305285"/>
                    </a:ext>
                  </a:extLst>
                </a:gridCol>
                <a:gridCol w="954350">
                  <a:extLst>
                    <a:ext uri="{9D8B030D-6E8A-4147-A177-3AD203B41FA5}">
                      <a16:colId xmlns:a16="http://schemas.microsoft.com/office/drawing/2014/main" val="2193620736"/>
                    </a:ext>
                  </a:extLst>
                </a:gridCol>
              </a:tblGrid>
              <a:tr h="401412">
                <a:tc>
                  <a:txBody>
                    <a:bodyPr/>
                    <a:lstStyle/>
                    <a:p>
                      <a:r>
                        <a:rPr kumimoji="1" lang="en" altLang="ja-JP" sz="1400">
                          <a:latin typeface="+mn-ea"/>
                          <a:ea typeface="+mn-ea"/>
                        </a:rPr>
                        <a:t>'26/4</a:t>
                      </a:r>
                    </a:p>
                  </a:txBody>
                  <a:tcPr>
                    <a:solidFill>
                      <a:schemeClr val="bg1">
                        <a:lumMod val="85000"/>
                      </a:schemeClr>
                    </a:solidFill>
                  </a:tcPr>
                </a:tc>
                <a:tc>
                  <a:txBody>
                    <a:bodyPr/>
                    <a:lstStyle/>
                    <a:p>
                      <a:r>
                        <a:rPr kumimoji="1" lang="en" altLang="ja-JP" sz="1400">
                          <a:latin typeface="+mn-ea"/>
                          <a:ea typeface="+mn-ea"/>
                        </a:rPr>
                        <a:t>May</a:t>
                      </a:r>
                    </a:p>
                  </a:txBody>
                  <a:tcPr>
                    <a:solidFill>
                      <a:schemeClr val="bg1">
                        <a:lumMod val="85000"/>
                      </a:schemeClr>
                    </a:solidFill>
                  </a:tcPr>
                </a:tc>
                <a:tc>
                  <a:txBody>
                    <a:bodyPr/>
                    <a:lstStyle/>
                    <a:p>
                      <a:r>
                        <a:rPr kumimoji="1" lang="en" altLang="ja-JP" sz="1400">
                          <a:latin typeface="+mn-ea"/>
                          <a:ea typeface="+mn-ea"/>
                        </a:rPr>
                        <a:t>June</a:t>
                      </a:r>
                    </a:p>
                  </a:txBody>
                  <a:tcPr>
                    <a:solidFill>
                      <a:schemeClr val="bg1">
                        <a:lumMod val="85000"/>
                      </a:schemeClr>
                    </a:solidFill>
                  </a:tcPr>
                </a:tc>
                <a:tc>
                  <a:txBody>
                    <a:bodyPr/>
                    <a:lstStyle/>
                    <a:p>
                      <a:r>
                        <a:rPr kumimoji="1" lang="en" altLang="ja-JP" sz="1400">
                          <a:latin typeface="+mn-ea"/>
                          <a:ea typeface="+mn-ea"/>
                        </a:rPr>
                        <a:t>July</a:t>
                      </a:r>
                    </a:p>
                  </a:txBody>
                  <a:tcPr>
                    <a:solidFill>
                      <a:schemeClr val="bg1">
                        <a:lumMod val="85000"/>
                      </a:schemeClr>
                    </a:solidFill>
                  </a:tcPr>
                </a:tc>
                <a:tc>
                  <a:txBody>
                    <a:bodyPr/>
                    <a:lstStyle/>
                    <a:p>
                      <a:r>
                        <a:rPr kumimoji="1" lang="en" altLang="ja-JP" sz="1400">
                          <a:latin typeface="+mn-ea"/>
                          <a:ea typeface="+mn-ea"/>
                        </a:rPr>
                        <a:t>August</a:t>
                      </a:r>
                    </a:p>
                  </a:txBody>
                  <a:tcPr>
                    <a:solidFill>
                      <a:schemeClr val="bg1">
                        <a:lumMod val="85000"/>
                      </a:schemeClr>
                    </a:solidFill>
                  </a:tcPr>
                </a:tc>
                <a:tc>
                  <a:txBody>
                    <a:bodyPr/>
                    <a:lstStyle/>
                    <a:p>
                      <a:r>
                        <a:rPr kumimoji="1" lang="en" altLang="ja-JP" sz="1400">
                          <a:latin typeface="+mn-ea"/>
                          <a:ea typeface="+mn-ea"/>
                        </a:rPr>
                        <a:t>September</a:t>
                      </a:r>
                    </a:p>
                  </a:txBody>
                  <a:tcPr>
                    <a:solidFill>
                      <a:schemeClr val="bg1">
                        <a:lumMod val="85000"/>
                      </a:schemeClr>
                    </a:solidFill>
                  </a:tcPr>
                </a:tc>
                <a:tc>
                  <a:txBody>
                    <a:bodyPr/>
                    <a:lstStyle/>
                    <a:p>
                      <a:r>
                        <a:rPr kumimoji="1" lang="en" altLang="ja-JP" sz="1400">
                          <a:latin typeface="+mn-ea"/>
                          <a:ea typeface="+mn-ea"/>
                        </a:rPr>
                        <a:t>October</a:t>
                      </a:r>
                    </a:p>
                  </a:txBody>
                  <a:tcPr>
                    <a:solidFill>
                      <a:schemeClr val="bg1">
                        <a:lumMod val="85000"/>
                      </a:schemeClr>
                    </a:solidFill>
                  </a:tcPr>
                </a:tc>
                <a:tc>
                  <a:txBody>
                    <a:bodyPr/>
                    <a:lstStyle/>
                    <a:p>
                      <a:r>
                        <a:rPr kumimoji="1" lang="en" altLang="ja-JP" sz="1400">
                          <a:latin typeface="+mn-ea"/>
                          <a:ea typeface="+mn-ea"/>
                        </a:rPr>
                        <a:t>November</a:t>
                      </a:r>
                    </a:p>
                  </a:txBody>
                  <a:tcPr>
                    <a:solidFill>
                      <a:schemeClr val="bg1">
                        <a:lumMod val="85000"/>
                      </a:schemeClr>
                    </a:solidFill>
                  </a:tcPr>
                </a:tc>
                <a:tc>
                  <a:txBody>
                    <a:bodyPr/>
                    <a:lstStyle/>
                    <a:p>
                      <a:r>
                        <a:rPr kumimoji="1" lang="en" altLang="ja-JP" sz="1400">
                          <a:latin typeface="+mn-ea"/>
                          <a:ea typeface="+mn-ea"/>
                        </a:rPr>
                        <a:t>December</a:t>
                      </a:r>
                    </a:p>
                  </a:txBody>
                  <a:tcPr>
                    <a:solidFill>
                      <a:schemeClr val="bg1">
                        <a:lumMod val="85000"/>
                      </a:schemeClr>
                    </a:solidFill>
                  </a:tcPr>
                </a:tc>
                <a:tc>
                  <a:txBody>
                    <a:bodyPr/>
                    <a:lstStyle/>
                    <a:p>
                      <a:r>
                        <a:rPr kumimoji="1" lang="en" altLang="ja-JP" sz="1400">
                          <a:latin typeface="+mn-ea"/>
                          <a:ea typeface="+mn-ea"/>
                        </a:rPr>
                        <a:t>'27/January</a:t>
                      </a:r>
                    </a:p>
                  </a:txBody>
                  <a:tcPr>
                    <a:solidFill>
                      <a:schemeClr val="bg1">
                        <a:lumMod val="85000"/>
                      </a:schemeClr>
                    </a:solidFill>
                  </a:tcPr>
                </a:tc>
                <a:tc>
                  <a:txBody>
                    <a:bodyPr/>
                    <a:lstStyle/>
                    <a:p>
                      <a:r>
                        <a:rPr kumimoji="1" lang="en" altLang="ja-JP" sz="1400">
                          <a:latin typeface="+mn-ea"/>
                          <a:ea typeface="+mn-ea"/>
                        </a:rPr>
                        <a:t>February</a:t>
                      </a:r>
                    </a:p>
                  </a:txBody>
                  <a:tcPr>
                    <a:solidFill>
                      <a:schemeClr val="bg1">
                        <a:lumMod val="85000"/>
                      </a:schemeClr>
                    </a:solidFill>
                  </a:tcPr>
                </a:tc>
                <a:tc>
                  <a:txBody>
                    <a:bodyPr/>
                    <a:lstStyle/>
                    <a:p>
                      <a:r>
                        <a:rPr kumimoji="1" lang="en" altLang="ja-JP" sz="1400">
                          <a:latin typeface="+mn-ea"/>
                          <a:ea typeface="+mn-ea"/>
                        </a:rPr>
                        <a:t>March</a:t>
                      </a:r>
                    </a:p>
                  </a:txBody>
                  <a:tcPr>
                    <a:solidFill>
                      <a:schemeClr val="bg1">
                        <a:lumMod val="85000"/>
                      </a:schemeClr>
                    </a:solidFill>
                  </a:tcPr>
                </a:tc>
                <a:extLst>
                  <a:ext uri="{0D108BD9-81ED-4DB2-BD59-A6C34878D82A}">
                    <a16:rowId xmlns:a16="http://schemas.microsoft.com/office/drawing/2014/main" val="1171722686"/>
                  </a:ext>
                </a:extLst>
              </a:tr>
              <a:tr h="4129596">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endParaRPr lang="en-US" altLang="ja-JP" sz="1400">
                        <a:latin typeface="+mn-ea"/>
                        <a:ea typeface="+mn-ea"/>
                      </a:endParaRPr>
                    </a:p>
                  </a:txBody>
                  <a:tcPr/>
                </a:tc>
                <a:tc>
                  <a:txBody>
                    <a:bodyPr/>
                    <a:lstStyle/>
                    <a:p>
                      <a:endParaRPr kumimoji="1" lang="en-US" altLang="ja-JP" sz="1400">
                        <a:latin typeface="+mn-ea"/>
                        <a:ea typeface="+mn-ea"/>
                      </a:endParaRPr>
                    </a:p>
                  </a:txBody>
                  <a:tcPr/>
                </a:tc>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tc>
                  <a:txBody>
                    <a:bodyPr/>
                    <a:lstStyle/>
                    <a:p>
                      <a:endParaRPr kumimoji="1" lang="ja-JP" altLang="en-US" sz="1400">
                        <a:latin typeface="+mn-ea"/>
                        <a:ea typeface="+mn-ea"/>
                      </a:endParaRPr>
                    </a:p>
                  </a:txBody>
                  <a:tcPr/>
                </a:tc>
                <a:extLst>
                  <a:ext uri="{0D108BD9-81ED-4DB2-BD59-A6C34878D82A}">
                    <a16:rowId xmlns:a16="http://schemas.microsoft.com/office/drawing/2014/main" val="2537114466"/>
                  </a:ext>
                </a:extLst>
              </a:tr>
            </a:tbl>
          </a:graphicData>
        </a:graphic>
      </p:graphicFrame>
      <p:sp>
        <p:nvSpPr>
          <p:cNvPr id="11" name="矢印: 五方向 10">
            <a:extLst>
              <a:ext uri="{FF2B5EF4-FFF2-40B4-BE49-F238E27FC236}">
                <a16:creationId xmlns:a16="http://schemas.microsoft.com/office/drawing/2014/main" id="{6329D62A-0141-9C41-0420-42113BEBE459}"/>
              </a:ext>
            </a:extLst>
          </p:cNvPr>
          <p:cNvSpPr/>
          <p:nvPr/>
        </p:nvSpPr>
        <p:spPr>
          <a:xfrm>
            <a:off x="4152901" y="3673994"/>
            <a:ext cx="2589805" cy="447177"/>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ja-JP" sz="1100">
                <a:solidFill>
                  <a:schemeClr val="tx1"/>
                </a:solidFill>
                <a:latin typeface="+mn-ea"/>
              </a:rPr>
              <a:t>Android Development</a:t>
            </a:r>
            <a:endParaRPr kumimoji="1" lang="en-US" altLang="ja-JP" sz="1100">
              <a:solidFill>
                <a:schemeClr val="tx1"/>
              </a:solidFill>
              <a:latin typeface="+mn-ea"/>
            </a:endParaRPr>
          </a:p>
        </p:txBody>
      </p:sp>
      <p:sp>
        <p:nvSpPr>
          <p:cNvPr id="24" name="矢印: 五方向 23">
            <a:extLst>
              <a:ext uri="{FF2B5EF4-FFF2-40B4-BE49-F238E27FC236}">
                <a16:creationId xmlns:a16="http://schemas.microsoft.com/office/drawing/2014/main" id="{111991E4-5251-FFB5-4CA2-04AA8ED8BA07}"/>
              </a:ext>
            </a:extLst>
          </p:cNvPr>
          <p:cNvSpPr/>
          <p:nvPr/>
        </p:nvSpPr>
        <p:spPr>
          <a:xfrm>
            <a:off x="1927861" y="2548257"/>
            <a:ext cx="1218866" cy="465978"/>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 altLang="en-US" sz="1100">
                <a:solidFill>
                  <a:schemeClr val="tx1"/>
                </a:solidFill>
                <a:latin typeface="+mn-ea"/>
              </a:rPr>
              <a:t>Document Review</a:t>
            </a:r>
            <a:endParaRPr kumimoji="1" lang="en-US" altLang="ja-JP" sz="1100">
              <a:solidFill>
                <a:schemeClr val="tx1"/>
              </a:solidFill>
              <a:latin typeface="+mn-ea"/>
            </a:endParaRPr>
          </a:p>
        </p:txBody>
      </p:sp>
      <p:sp>
        <p:nvSpPr>
          <p:cNvPr id="25" name="矢印: 五方向 24">
            <a:extLst>
              <a:ext uri="{FF2B5EF4-FFF2-40B4-BE49-F238E27FC236}">
                <a16:creationId xmlns:a16="http://schemas.microsoft.com/office/drawing/2014/main" id="{B43258B8-F5C7-49C7-E01E-0C79DC22B9CF}"/>
              </a:ext>
            </a:extLst>
          </p:cNvPr>
          <p:cNvSpPr/>
          <p:nvPr/>
        </p:nvSpPr>
        <p:spPr>
          <a:xfrm>
            <a:off x="1927861" y="1562074"/>
            <a:ext cx="7886706" cy="257295"/>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ja-JP" sz="1100">
                <a:solidFill>
                  <a:schemeClr val="tx1"/>
                </a:solidFill>
                <a:latin typeface="+mn-ea"/>
              </a:rPr>
              <a:t>QA</a:t>
            </a:r>
          </a:p>
        </p:txBody>
      </p:sp>
      <p:sp>
        <p:nvSpPr>
          <p:cNvPr id="26" name="矢印: 五方向 25">
            <a:extLst>
              <a:ext uri="{FF2B5EF4-FFF2-40B4-BE49-F238E27FC236}">
                <a16:creationId xmlns:a16="http://schemas.microsoft.com/office/drawing/2014/main" id="{06AF3B0E-6432-D6EC-37D0-24444557071C}"/>
              </a:ext>
            </a:extLst>
          </p:cNvPr>
          <p:cNvSpPr/>
          <p:nvPr/>
        </p:nvSpPr>
        <p:spPr>
          <a:xfrm>
            <a:off x="3208353" y="3162101"/>
            <a:ext cx="883588" cy="594340"/>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ja-JP" sz="1000">
                <a:solidFill>
                  <a:schemeClr val="tx1"/>
                </a:solidFill>
                <a:latin typeface="+mn-ea"/>
              </a:rPr>
              <a:t>OS</a:t>
            </a:r>
          </a:p>
          <a:p>
            <a:pPr algn="ctr"/>
            <a:r>
              <a:rPr kumimoji="1" lang="en" altLang="en-US" sz="1000">
                <a:solidFill>
                  <a:schemeClr val="tx1"/>
                </a:solidFill>
                <a:latin typeface="+mn-ea"/>
              </a:rPr>
              <a:t>Change Investigation</a:t>
            </a:r>
            <a:endParaRPr kumimoji="1" lang="en-US" altLang="ja-JP" sz="1000">
              <a:solidFill>
                <a:schemeClr val="tx1"/>
              </a:solidFill>
              <a:latin typeface="+mn-ea"/>
            </a:endParaRPr>
          </a:p>
        </p:txBody>
      </p:sp>
      <p:sp>
        <p:nvSpPr>
          <p:cNvPr id="27" name="矢印: 五方向 26">
            <a:extLst>
              <a:ext uri="{FF2B5EF4-FFF2-40B4-BE49-F238E27FC236}">
                <a16:creationId xmlns:a16="http://schemas.microsoft.com/office/drawing/2014/main" id="{3C1755F4-459B-5A9D-7247-8504DF5965E1}"/>
              </a:ext>
            </a:extLst>
          </p:cNvPr>
          <p:cNvSpPr/>
          <p:nvPr/>
        </p:nvSpPr>
        <p:spPr>
          <a:xfrm>
            <a:off x="6752331" y="3673994"/>
            <a:ext cx="2697478" cy="447177"/>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ja-JP" sz="1100">
                <a:solidFill>
                  <a:schemeClr val="tx1"/>
                </a:solidFill>
                <a:latin typeface="+mn-ea"/>
              </a:rPr>
              <a:t>iOS Development</a:t>
            </a:r>
            <a:endParaRPr kumimoji="1" lang="en-US" altLang="ja-JP" sz="1100">
              <a:solidFill>
                <a:schemeClr val="tx1"/>
              </a:solidFill>
              <a:latin typeface="+mn-ea"/>
            </a:endParaRPr>
          </a:p>
        </p:txBody>
      </p:sp>
      <p:sp>
        <p:nvSpPr>
          <p:cNvPr id="28" name="矢印: 五方向 27">
            <a:extLst>
              <a:ext uri="{FF2B5EF4-FFF2-40B4-BE49-F238E27FC236}">
                <a16:creationId xmlns:a16="http://schemas.microsoft.com/office/drawing/2014/main" id="{DEBAD6C9-DB54-2F82-231A-78B9E1CF924C}"/>
              </a:ext>
            </a:extLst>
          </p:cNvPr>
          <p:cNvSpPr/>
          <p:nvPr/>
        </p:nvSpPr>
        <p:spPr>
          <a:xfrm>
            <a:off x="1927861" y="1897970"/>
            <a:ext cx="1218866" cy="465978"/>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en-US" sz="1100">
                <a:solidFill>
                  <a:schemeClr val="tx1"/>
                </a:solidFill>
                <a:latin typeface="+mn-ea"/>
              </a:rPr>
              <a:t>Briefing session</a:t>
            </a:r>
            <a:endParaRPr kumimoji="1" lang="en-US" altLang="ja-JP" sz="1100">
              <a:solidFill>
                <a:schemeClr val="tx1"/>
              </a:solidFill>
              <a:latin typeface="+mn-ea"/>
            </a:endParaRPr>
          </a:p>
        </p:txBody>
      </p:sp>
      <p:sp>
        <p:nvSpPr>
          <p:cNvPr id="29" name="テキスト ボックス 28">
            <a:extLst>
              <a:ext uri="{FF2B5EF4-FFF2-40B4-BE49-F238E27FC236}">
                <a16:creationId xmlns:a16="http://schemas.microsoft.com/office/drawing/2014/main" id="{F21DDE04-B265-539B-0435-2ED338083198}"/>
              </a:ext>
            </a:extLst>
          </p:cNvPr>
          <p:cNvSpPr txBox="1"/>
          <p:nvPr/>
        </p:nvSpPr>
        <p:spPr>
          <a:xfrm>
            <a:off x="3208353" y="2611969"/>
            <a:ext cx="3642027" cy="461665"/>
          </a:xfrm>
          <a:prstGeom prst="rect">
            <a:avLst/>
          </a:prstGeom>
          <a:solidFill>
            <a:schemeClr val="bg1"/>
          </a:solidFill>
        </p:spPr>
        <p:txBody>
          <a:bodyPr wrap="square">
            <a:spAutoFit/>
          </a:bodyPr>
          <a:lstStyle/>
          <a:p>
            <a:r>
              <a:rPr lang="en" altLang="en-US" sz="1200"/>
              <a:t>Expand and review the development documentation</a:t>
            </a:r>
          </a:p>
        </p:txBody>
      </p:sp>
      <p:sp>
        <p:nvSpPr>
          <p:cNvPr id="30" name="テキスト ボックス 29">
            <a:extLst>
              <a:ext uri="{FF2B5EF4-FFF2-40B4-BE49-F238E27FC236}">
                <a16:creationId xmlns:a16="http://schemas.microsoft.com/office/drawing/2014/main" id="{8496257F-3FF4-5310-E79E-41D4CB02B94E}"/>
              </a:ext>
            </a:extLst>
          </p:cNvPr>
          <p:cNvSpPr txBox="1"/>
          <p:nvPr/>
        </p:nvSpPr>
        <p:spPr>
          <a:xfrm>
            <a:off x="4152902" y="3253253"/>
            <a:ext cx="5661666" cy="276999"/>
          </a:xfrm>
          <a:prstGeom prst="rect">
            <a:avLst/>
          </a:prstGeom>
          <a:solidFill>
            <a:schemeClr val="bg1"/>
          </a:solidFill>
        </p:spPr>
        <p:txBody>
          <a:bodyPr wrap="square">
            <a:spAutoFit/>
          </a:bodyPr>
          <a:lstStyle/>
          <a:p>
            <a:r>
              <a:rPr lang="en" altLang="ja-JP" sz="1200"/>
              <a:t>Exploring changes in Android 15 and iOS 18 based on R/C# 8</a:t>
            </a:r>
          </a:p>
        </p:txBody>
      </p:sp>
      <p:sp>
        <p:nvSpPr>
          <p:cNvPr id="31" name="テキスト ボックス 30">
            <a:extLst>
              <a:ext uri="{FF2B5EF4-FFF2-40B4-BE49-F238E27FC236}">
                <a16:creationId xmlns:a16="http://schemas.microsoft.com/office/drawing/2014/main" id="{D2D1057D-DDD4-A50F-6A40-1B6B65CB492F}"/>
              </a:ext>
            </a:extLst>
          </p:cNvPr>
          <p:cNvSpPr txBox="1"/>
          <p:nvPr/>
        </p:nvSpPr>
        <p:spPr>
          <a:xfrm>
            <a:off x="4686300" y="4226006"/>
            <a:ext cx="4646479" cy="276999"/>
          </a:xfrm>
          <a:prstGeom prst="rect">
            <a:avLst/>
          </a:prstGeom>
          <a:solidFill>
            <a:schemeClr val="bg1"/>
          </a:solidFill>
        </p:spPr>
        <p:txBody>
          <a:bodyPr wrap="square">
            <a:spAutoFit/>
          </a:bodyPr>
          <a:lstStyle/>
          <a:p>
            <a:r>
              <a:rPr lang="en" altLang="ja-JP" sz="1200"/>
              <a:t>Develop based on R/C#8 and transfer Processes and technologies</a:t>
            </a:r>
          </a:p>
        </p:txBody>
      </p:sp>
      <p:sp>
        <p:nvSpPr>
          <p:cNvPr id="32" name="テキスト ボックス 31">
            <a:extLst>
              <a:ext uri="{FF2B5EF4-FFF2-40B4-BE49-F238E27FC236}">
                <a16:creationId xmlns:a16="http://schemas.microsoft.com/office/drawing/2014/main" id="{B7A0D78F-9BB8-2712-4D20-D317CAA325A0}"/>
              </a:ext>
            </a:extLst>
          </p:cNvPr>
          <p:cNvSpPr txBox="1"/>
          <p:nvPr/>
        </p:nvSpPr>
        <p:spPr>
          <a:xfrm>
            <a:off x="3208353" y="1963952"/>
            <a:ext cx="4373547" cy="276999"/>
          </a:xfrm>
          <a:prstGeom prst="rect">
            <a:avLst/>
          </a:prstGeom>
          <a:solidFill>
            <a:schemeClr val="bg1"/>
          </a:solidFill>
        </p:spPr>
        <p:txBody>
          <a:bodyPr wrap="square">
            <a:spAutoFit/>
          </a:bodyPr>
          <a:lstStyle/>
          <a:p>
            <a:r>
              <a:rPr lang="en" altLang="ja-JP" sz="1200"/>
              <a:t>Explain the development process and business content of DN</a:t>
            </a:r>
          </a:p>
        </p:txBody>
      </p:sp>
      <p:cxnSp>
        <p:nvCxnSpPr>
          <p:cNvPr id="34" name="直線コネクタ 33">
            <a:extLst>
              <a:ext uri="{FF2B5EF4-FFF2-40B4-BE49-F238E27FC236}">
                <a16:creationId xmlns:a16="http://schemas.microsoft.com/office/drawing/2014/main" id="{6D55F372-6B96-500E-C0C0-3CA5F19BF167}"/>
              </a:ext>
            </a:extLst>
          </p:cNvPr>
          <p:cNvCxnSpPr>
            <a:cxnSpLocks/>
          </p:cNvCxnSpPr>
          <p:nvPr/>
        </p:nvCxnSpPr>
        <p:spPr>
          <a:xfrm>
            <a:off x="9831809" y="701983"/>
            <a:ext cx="0" cy="4920236"/>
          </a:xfrm>
          <a:prstGeom prst="line">
            <a:avLst/>
          </a:prstGeom>
          <a:ln w="19050">
            <a:solidFill>
              <a:schemeClr val="bg2"/>
            </a:solidFill>
            <a:prstDash val="sysDash"/>
            <a:tailEnd type="non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C406DC0-7A52-15F0-5375-803A164655AE}"/>
              </a:ext>
            </a:extLst>
          </p:cNvPr>
          <p:cNvSpPr txBox="1"/>
          <p:nvPr/>
        </p:nvSpPr>
        <p:spPr>
          <a:xfrm>
            <a:off x="9332779" y="466487"/>
            <a:ext cx="1024550" cy="276999"/>
          </a:xfrm>
          <a:prstGeom prst="rect">
            <a:avLst/>
          </a:prstGeom>
          <a:solidFill>
            <a:schemeClr val="bg1"/>
          </a:solidFill>
        </p:spPr>
        <p:txBody>
          <a:bodyPr wrap="square">
            <a:spAutoFit/>
          </a:bodyPr>
          <a:lstStyle/>
          <a:p>
            <a:r>
              <a:rPr lang="en" altLang="en-US" sz="1200">
                <a:solidFill>
                  <a:schemeClr val="bg2"/>
                </a:solidFill>
              </a:rPr>
              <a:t>Transferred</a:t>
            </a:r>
          </a:p>
        </p:txBody>
      </p:sp>
      <p:sp>
        <p:nvSpPr>
          <p:cNvPr id="6" name="テキスト ボックス 5">
            <a:extLst>
              <a:ext uri="{FF2B5EF4-FFF2-40B4-BE49-F238E27FC236}">
                <a16:creationId xmlns:a16="http://schemas.microsoft.com/office/drawing/2014/main" id="{0E3DAD96-1A4B-431F-4463-92A74C1E34BB}"/>
              </a:ext>
            </a:extLst>
          </p:cNvPr>
          <p:cNvSpPr txBox="1"/>
          <p:nvPr/>
        </p:nvSpPr>
        <p:spPr>
          <a:xfrm>
            <a:off x="7980927" y="5675681"/>
            <a:ext cx="3784359" cy="769441"/>
          </a:xfrm>
          <a:prstGeom prst="rect">
            <a:avLst/>
          </a:prstGeom>
          <a:solidFill>
            <a:schemeClr val="bg1"/>
          </a:solidFill>
        </p:spPr>
        <p:txBody>
          <a:bodyPr wrap="square">
            <a:spAutoFit/>
          </a:bodyPr>
          <a:lstStyle/>
          <a:p>
            <a:r>
              <a:rPr lang="en" altLang="en-US" sz="1100">
                <a:solidFill>
                  <a:schemeClr val="bg2"/>
                </a:solidFill>
                <a:latin typeface="+mn-ea"/>
              </a:rPr>
              <a:t>For the time being, we will ask for the Port of Bridge SE</a:t>
            </a:r>
            <a:endParaRPr lang="en-US" altLang="ja-JP" sz="1100">
              <a:solidFill>
                <a:schemeClr val="bg2"/>
              </a:solidFill>
              <a:latin typeface="+mn-ea"/>
            </a:endParaRPr>
          </a:p>
          <a:p>
            <a:r>
              <a:rPr lang="en" altLang="en-US" sz="1100">
                <a:solidFill>
                  <a:schemeClr val="bg2"/>
                </a:solidFill>
                <a:latin typeface="+mn-ea"/>
              </a:rPr>
              <a:t>On top of that, in the future, a system that does not go through Bridge SE</a:t>
            </a:r>
            <a:endParaRPr lang="en-US" altLang="ja-JP" sz="1100">
              <a:solidFill>
                <a:schemeClr val="bg2"/>
              </a:solidFill>
              <a:latin typeface="+mn-ea"/>
            </a:endParaRPr>
          </a:p>
          <a:p>
            <a:r>
              <a:rPr lang="en" altLang="en-US" sz="1100">
                <a:solidFill>
                  <a:schemeClr val="bg2"/>
                </a:solidFill>
                <a:latin typeface="+mn-ea"/>
              </a:rPr>
              <a:t>I'm thinking of moving to</a:t>
            </a:r>
          </a:p>
        </p:txBody>
      </p:sp>
      <p:sp>
        <p:nvSpPr>
          <p:cNvPr id="8" name="矢印: 五方向 7">
            <a:extLst>
              <a:ext uri="{FF2B5EF4-FFF2-40B4-BE49-F238E27FC236}">
                <a16:creationId xmlns:a16="http://schemas.microsoft.com/office/drawing/2014/main" id="{437472B5-A9A9-BF2F-171C-B5B15F751937}"/>
              </a:ext>
            </a:extLst>
          </p:cNvPr>
          <p:cNvSpPr/>
          <p:nvPr/>
        </p:nvSpPr>
        <p:spPr>
          <a:xfrm>
            <a:off x="9332779" y="4872381"/>
            <a:ext cx="475871" cy="465978"/>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en-US" sz="900">
                <a:solidFill>
                  <a:schemeClr val="tx1"/>
                </a:solidFill>
                <a:latin typeface="+mn-ea"/>
              </a:rPr>
              <a:t>Analysis</a:t>
            </a:r>
            <a:endParaRPr kumimoji="1" lang="en-US" altLang="ja-JP" sz="900">
              <a:solidFill>
                <a:schemeClr val="tx1"/>
              </a:solidFill>
              <a:latin typeface="+mn-ea"/>
            </a:endParaRPr>
          </a:p>
        </p:txBody>
      </p:sp>
      <p:sp>
        <p:nvSpPr>
          <p:cNvPr id="9" name="正方形/長方形 8">
            <a:extLst>
              <a:ext uri="{FF2B5EF4-FFF2-40B4-BE49-F238E27FC236}">
                <a16:creationId xmlns:a16="http://schemas.microsoft.com/office/drawing/2014/main" id="{410E8231-7E46-42C5-59F0-806D8191EE15}"/>
              </a:ext>
            </a:extLst>
          </p:cNvPr>
          <p:cNvSpPr/>
          <p:nvPr/>
        </p:nvSpPr>
        <p:spPr>
          <a:xfrm>
            <a:off x="3146727" y="3075649"/>
            <a:ext cx="6577718" cy="1488912"/>
          </a:xfrm>
          <a:prstGeom prst="rect">
            <a:avLst/>
          </a:prstGeom>
          <a:noFill/>
          <a:ln w="38100">
            <a:solidFill>
              <a:schemeClr val="tx1"/>
            </a:solidFill>
            <a:prstDash val="solid"/>
          </a:ln>
        </p:spPr>
        <p:style>
          <a:lnRef idx="2">
            <a:schemeClr val="dk1"/>
          </a:lnRef>
          <a:fillRef idx="1">
            <a:schemeClr val="lt1"/>
          </a:fillRef>
          <a:effectRef idx="0">
            <a:schemeClr val="dk1"/>
          </a:effectRef>
          <a:fontRef idx="minor">
            <a:schemeClr val="dk1"/>
          </a:fontRef>
        </p:style>
        <p:txBody>
          <a:bodyPr rtlCol="0" anchor="t"/>
          <a:lstStyle/>
          <a:p>
            <a:endParaRPr kumimoji="1" lang="ja-JP" altLang="en-US" sz="1400">
              <a:latin typeface="+mn-ea"/>
            </a:endParaRPr>
          </a:p>
        </p:txBody>
      </p:sp>
      <p:sp>
        <p:nvSpPr>
          <p:cNvPr id="10" name="テキスト ボックス 9">
            <a:extLst>
              <a:ext uri="{FF2B5EF4-FFF2-40B4-BE49-F238E27FC236}">
                <a16:creationId xmlns:a16="http://schemas.microsoft.com/office/drawing/2014/main" id="{6065D326-BC65-6F87-CEFE-955166782040}"/>
              </a:ext>
            </a:extLst>
          </p:cNvPr>
          <p:cNvSpPr txBox="1"/>
          <p:nvPr/>
        </p:nvSpPr>
        <p:spPr>
          <a:xfrm>
            <a:off x="9223743" y="2666570"/>
            <a:ext cx="545764" cy="369332"/>
          </a:xfrm>
          <a:prstGeom prst="rect">
            <a:avLst/>
          </a:prstGeom>
          <a:noFill/>
        </p:spPr>
        <p:txBody>
          <a:bodyPr wrap="square">
            <a:spAutoFit/>
          </a:bodyPr>
          <a:lstStyle/>
          <a:p>
            <a:r>
              <a:rPr lang="en" altLang="en-US" b="1"/>
              <a:t>①</a:t>
            </a:r>
          </a:p>
        </p:txBody>
      </p:sp>
      <p:sp>
        <p:nvSpPr>
          <p:cNvPr id="12" name="テキスト ボックス 11">
            <a:extLst>
              <a:ext uri="{FF2B5EF4-FFF2-40B4-BE49-F238E27FC236}">
                <a16:creationId xmlns:a16="http://schemas.microsoft.com/office/drawing/2014/main" id="{50E5B1C8-E4CE-B231-C737-501EAA465770}"/>
              </a:ext>
            </a:extLst>
          </p:cNvPr>
          <p:cNvSpPr txBox="1"/>
          <p:nvPr/>
        </p:nvSpPr>
        <p:spPr>
          <a:xfrm>
            <a:off x="8897433" y="4840509"/>
            <a:ext cx="545764" cy="369332"/>
          </a:xfrm>
          <a:prstGeom prst="rect">
            <a:avLst/>
          </a:prstGeom>
          <a:noFill/>
        </p:spPr>
        <p:txBody>
          <a:bodyPr wrap="square">
            <a:spAutoFit/>
          </a:bodyPr>
          <a:lstStyle/>
          <a:p>
            <a:r>
              <a:rPr lang="en" altLang="en-US" b="1"/>
              <a:t>②</a:t>
            </a:r>
          </a:p>
        </p:txBody>
      </p:sp>
    </p:spTree>
    <p:extLst>
      <p:ext uri="{BB962C8B-B14F-4D97-AF65-F5344CB8AC3E}">
        <p14:creationId xmlns:p14="http://schemas.microsoft.com/office/powerpoint/2010/main" val="1527241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195553"/>
      </p:ext>
    </p:extLst>
  </p:cSld>
  <p:clrMapOvr>
    <a:masterClrMapping/>
  </p:clrMapOvr>
</p:sld>
</file>

<file path=ppt/theme/theme1.xml><?xml version="1.0" encoding="utf-8"?>
<a:theme xmlns:a="http://schemas.openxmlformats.org/drawingml/2006/main" name="標準レイアウトマスター">
  <a:themeElements>
    <a:clrScheme name="ユーザー定義 1">
      <a:dk1>
        <a:srgbClr val="323232"/>
      </a:dk1>
      <a:lt1>
        <a:sysClr val="window" lastClr="FFFFFF"/>
      </a:lt1>
      <a:dk2>
        <a:srgbClr val="B9D7EB"/>
      </a:dk2>
      <a:lt2>
        <a:srgbClr val="DC0032"/>
      </a:lt2>
      <a:accent1>
        <a:srgbClr val="A5A5A5"/>
      </a:accent1>
      <a:accent2>
        <a:srgbClr val="34B78F"/>
      </a:accent2>
      <a:accent3>
        <a:srgbClr val="8246AF"/>
      </a:accent3>
      <a:accent4>
        <a:srgbClr val="0092BD"/>
      </a:accent4>
      <a:accent5>
        <a:srgbClr val="FFBE00"/>
      </a:accent5>
      <a:accent6>
        <a:srgbClr val="E31C79"/>
      </a:accent6>
      <a:hlink>
        <a:srgbClr val="34B78F"/>
      </a:hlink>
      <a:folHlink>
        <a:srgbClr val="1E428A"/>
      </a:folHlink>
    </a:clrScheme>
    <a:fontScheme name="DENSO2020">
      <a:majorFont>
        <a:latin typeface="Yu Gothic UI Semibold"/>
        <a:ea typeface="Yu Gothic UI Semibold"/>
        <a:cs typeface="Times New Roman"/>
      </a:majorFont>
      <a:minorFont>
        <a:latin typeface="Yu Gothic UI"/>
        <a:ea typeface="Yu Gothic UI"/>
        <a:cs typeface="Times New Roman"/>
      </a:minorFont>
    </a:fontScheme>
    <a:fmtScheme name="淡い単色">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dirty="0" smtClean="0"/>
        </a:defPPr>
      </a:lstStyle>
    </a:txDef>
  </a:objectDefaults>
  <a:extraClrSchemeLst/>
  <a:extLst>
    <a:ext uri="{05A4C25C-085E-4340-85A3-A5531E510DB2}">
      <thm15:themeFamily xmlns:thm15="http://schemas.microsoft.com/office/thememl/2012/main" name="16_9_関係者外秘" id="{29554D7A-5208-48FF-B63C-98A9F6BFD9D5}" vid="{667E6DC7-422C-47C4-BB0B-2B2B15AA23B1}"/>
    </a:ext>
  </a:extLst>
</a:theme>
</file>

<file path=ppt/theme/theme2.xml><?xml version="1.0" encoding="utf-8"?>
<a:theme xmlns:a="http://schemas.openxmlformats.org/drawingml/2006/main" name="ダークモード">
  <a:themeElements>
    <a:clrScheme name="DENSO 2020">
      <a:dk1>
        <a:srgbClr val="323232"/>
      </a:dk1>
      <a:lt1>
        <a:sysClr val="window" lastClr="FFFFFF"/>
      </a:lt1>
      <a:dk2>
        <a:srgbClr val="B9D7EB"/>
      </a:dk2>
      <a:lt2>
        <a:srgbClr val="DC0032"/>
      </a:lt2>
      <a:accent1>
        <a:srgbClr val="A5A5A5"/>
      </a:accent1>
      <a:accent2>
        <a:srgbClr val="34B78F"/>
      </a:accent2>
      <a:accent3>
        <a:srgbClr val="8246AF"/>
      </a:accent3>
      <a:accent4>
        <a:srgbClr val="0092BD"/>
      </a:accent4>
      <a:accent5>
        <a:srgbClr val="FFBE00"/>
      </a:accent5>
      <a:accent6>
        <a:srgbClr val="E31C79"/>
      </a:accent6>
      <a:hlink>
        <a:srgbClr val="34B78F"/>
      </a:hlink>
      <a:folHlink>
        <a:srgbClr val="1E428A"/>
      </a:folHlink>
    </a:clrScheme>
    <a:fontScheme name="DENSO2020">
      <a:majorFont>
        <a:latin typeface="Yu Gothic UI Semibold"/>
        <a:ea typeface="Yu Gothic UI Semibold"/>
        <a:cs typeface="Times New Roman"/>
      </a:majorFont>
      <a:minorFont>
        <a:latin typeface="Yu Gothic UI"/>
        <a:ea typeface="Yu Gothic UI"/>
        <a:cs typeface="Times New Roma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16_9_関係者外秘" id="{29554D7A-5208-48FF-B63C-98A9F6BFD9D5}" vid="{1F6D02E5-3C7D-46FC-AA03-C7333111FE23}"/>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B339427E159024DB485395ADD10025F" ma:contentTypeVersion="18" ma:contentTypeDescription="Create a new document." ma:contentTypeScope="" ma:versionID="c1089282ef4b5a399110c44645224f2f">
  <xsd:schema xmlns:xsd="http://www.w3.org/2001/XMLSchema" xmlns:xs="http://www.w3.org/2001/XMLSchema" xmlns:p="http://schemas.microsoft.com/office/2006/metadata/properties" xmlns:ns1="http://schemas.microsoft.com/sharepoint/v3" xmlns:ns2="def8bc7b-4373-4b3f-bfdd-1b76370cf35e" xmlns:ns3="bc06107f-7612-4ef3-8074-6f3a0534a2b9" targetNamespace="http://schemas.microsoft.com/office/2006/metadata/properties" ma:root="true" ma:fieldsID="f2d4095da84d887c3fe6015297ed0b3d" ns1:_="" ns2:_="" ns3:_="">
    <xsd:import namespace="http://schemas.microsoft.com/sharepoint/v3"/>
    <xsd:import namespace="def8bc7b-4373-4b3f-bfdd-1b76370cf35e"/>
    <xsd:import namespace="bc06107f-7612-4ef3-8074-6f3a0534a2b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LengthInSeconds" minOccurs="0"/>
                <xsd:element ref="ns2:MediaServiceDateTaken" minOccurs="0"/>
                <xsd:element ref="ns2:MediaServiceBillingMetadata"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ef8bc7b-4373-4b3f-bfdd-1b76370cf3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7c97e1a9-fa82-4965-b735-0e061acf9268"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element name="MediaServiceLocation" ma:index="23"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c06107f-7612-4ef3-8074-6f3a0534a2b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5bcbf571-ce90-4fa9-a960-80f228b9551c}" ma:internalName="TaxCatchAll" ma:showField="CatchAllData" ma:web="bc06107f-7612-4ef3-8074-6f3a0534a2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ef8bc7b-4373-4b3f-bfdd-1b76370cf35e">
      <Terms xmlns="http://schemas.microsoft.com/office/infopath/2007/PartnerControls"/>
    </lcf76f155ced4ddcb4097134ff3c332f>
    <TaxCatchAll xmlns="bc06107f-7612-4ef3-8074-6f3a0534a2b9" xsi:nil="tru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1F51F79-C6ED-421E-B39A-BB24FA3B9BF6}">
  <ds:schemaRefs>
    <ds:schemaRef ds:uri="bc06107f-7612-4ef3-8074-6f3a0534a2b9"/>
    <ds:schemaRef ds:uri="def8bc7b-4373-4b3f-bfdd-1b76370cf35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AC97C99-DB8D-4283-8C01-4ED1F6064DA6}">
  <ds:schemaRefs>
    <ds:schemaRef ds:uri="bc06107f-7612-4ef3-8074-6f3a0534a2b9"/>
    <ds:schemaRef ds:uri="def8bc7b-4373-4b3f-bfdd-1b76370cf35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8C479A6-D446-4A07-9350-0B2F7389905E}">
  <ds:schemaRefs>
    <ds:schemaRef ds:uri="http://schemas.microsoft.com/sharepoint/v3/contenttype/forms"/>
  </ds:schemaRefs>
</ds:datastoreItem>
</file>

<file path=docMetadata/LabelInfo.xml><?xml version="1.0" encoding="utf-8"?>
<clbl:labelList xmlns:clbl="http://schemas.microsoft.com/office/2020/mipLabelMetadata">
  <clbl:label id="{4b512a4e-bb54-4328-ad34-d43205aaa1ec}" enabled="1" method="Standard" siteId="{f01e930a-b52e-42b1-b70f-a8882b5d043b}" removed="0"/>
  <clbl:label id="{7ed1414a-99f2-46f9-bbe5-740af8d1b502}" enabled="1" method="Standard" siteId="{69405920-b673-4f7c-8845-e124e9d08af2}" removed="0"/>
</clbl:labelList>
</file>

<file path=docProps/app.xml><?xml version="1.0" encoding="utf-8"?>
<Properties xmlns="http://schemas.openxmlformats.org/officeDocument/2006/extended-properties" xmlns:vt="http://schemas.openxmlformats.org/officeDocument/2006/docPropsVTypes">
  <Template>16_9_関係者外秘</Template>
  <Application>Microsoft Office PowerPoint</Application>
  <PresentationFormat>Widescreen</PresentationFormat>
  <Slides>13</Slides>
  <Notes>1</Notes>
  <HiddenSlides>0</HiddenSlides>
  <ScaleCrop>false</ScaleCrop>
  <HeadingPairs>
    <vt:vector size="4" baseType="variant">
      <vt:variant>
        <vt:lpstr>Theme</vt:lpstr>
      </vt:variant>
      <vt:variant>
        <vt:i4>2</vt:i4>
      </vt:variant>
      <vt:variant>
        <vt:lpstr>Slide Titles</vt:lpstr>
      </vt:variant>
      <vt:variant>
        <vt:i4>13</vt:i4>
      </vt:variant>
    </vt:vector>
  </HeadingPairs>
  <TitlesOfParts>
    <vt:vector size="15" baseType="lpstr">
      <vt:lpstr>標準レイアウトマスター</vt:lpstr>
      <vt:lpstr>ダークモード</vt:lpstr>
      <vt:lpstr>PowerPoint Presentation</vt:lpstr>
      <vt:lpstr>PowerPoint Presentation</vt:lpstr>
      <vt:lpstr>1. Product Overview</vt:lpstr>
      <vt:lpstr>2. system configuration</vt:lpstr>
      <vt:lpstr>3. Development and operation system</vt:lpstr>
      <vt:lpstr>4. Division of responsibilities within SDK development T</vt:lpstr>
      <vt:lpstr>5. (1) SDK Change, Maintenance and Development Process</vt:lpstr>
      <vt:lpstr>6. (1) List of SDK Changes, Maintenance and Development Deliverables 1</vt:lpstr>
      <vt:lpstr>6. (1) List of SDK Changes, Maintenance and Development Deliverables 2</vt:lpstr>
      <vt:lpstr>7. (1) Overview of SDK Modification, Maintenance and Development</vt:lpstr>
      <vt:lpstr>8. (2) Overview of SDK design confirmation and defect analysis</vt:lpstr>
      <vt:lpstr>9. Summary transfer schedule</vt:lpstr>
      <vt:lpstr>PowerPoint Presentation</vt:lpstr>
    </vt:vector>
  </TitlesOfParts>
  <Manager>広報・渉外部</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Takafumi Hitotsumatsu (一ツ松 孝文)</dc:creator>
  <cp:revision>2</cp:revision>
  <dcterms:created xsi:type="dcterms:W3CDTF">2025-04-04T06:32:29Z</dcterms:created>
  <dcterms:modified xsi:type="dcterms:W3CDTF">2026-05-12T07:31:25Z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ed1414a-99f2-46f9-bbe5-740af8d1b502_Enabled">
    <vt:lpwstr>true</vt:lpwstr>
  </property>
  <property fmtid="{D5CDD505-2E9C-101B-9397-08002B2CF9AE}" pid="3" name="MSIP_Label_7ed1414a-99f2-46f9-bbe5-740af8d1b502_SetDate">
    <vt:lpwstr>2025-04-04T06:32:39Z</vt:lpwstr>
  </property>
  <property fmtid="{D5CDD505-2E9C-101B-9397-08002B2CF9AE}" pid="4" name="MSIP_Label_7ed1414a-99f2-46f9-bbe5-740af8d1b502_Method">
    <vt:lpwstr>Standard</vt:lpwstr>
  </property>
  <property fmtid="{D5CDD505-2E9C-101B-9397-08002B2CF9AE}" pid="5" name="MSIP_Label_7ed1414a-99f2-46f9-bbe5-740af8d1b502_Name">
    <vt:lpwstr>G_MIP_Confidential_Standard</vt:lpwstr>
  </property>
  <property fmtid="{D5CDD505-2E9C-101B-9397-08002B2CF9AE}" pid="6" name="MSIP_Label_7ed1414a-99f2-46f9-bbe5-740af8d1b502_SiteId">
    <vt:lpwstr>69405920-b673-4f7c-8845-e124e9d08af2</vt:lpwstr>
  </property>
  <property fmtid="{D5CDD505-2E9C-101B-9397-08002B2CF9AE}" pid="7" name="MSIP_Label_7ed1414a-99f2-46f9-bbe5-740af8d1b502_ActionId">
    <vt:lpwstr>637a05a0-5577-4bbf-9b83-d0d449c6f6bc</vt:lpwstr>
  </property>
  <property fmtid="{D5CDD505-2E9C-101B-9397-08002B2CF9AE}" pid="8" name="MSIP_Label_7ed1414a-99f2-46f9-bbe5-740af8d1b502_ContentBits">
    <vt:lpwstr>1</vt:lpwstr>
  </property>
  <property fmtid="{D5CDD505-2E9C-101B-9397-08002B2CF9AE}" pid="9" name="ContentTypeId">
    <vt:lpwstr>0x0101007B339427E159024DB485395ADD10025F</vt:lpwstr>
  </property>
  <property fmtid="{D5CDD505-2E9C-101B-9397-08002B2CF9AE}" pid="10" name="MediaServiceImageTags">
    <vt:lpwstr/>
  </property>
  <property fmtid="{D5CDD505-2E9C-101B-9397-08002B2CF9AE}" pid="11" name="ClassificationContentMarkingHeaderLocations">
    <vt:lpwstr>標準レイアウトマスター:7\ダークモード:3</vt:lpwstr>
  </property>
  <property fmtid="{D5CDD505-2E9C-101B-9397-08002B2CF9AE}" pid="12" name="ClassificationContentMarkingHeaderText">
    <vt:lpwstr>CONFIDENTIAL</vt:lpwstr>
  </property>
</Properties>
</file>