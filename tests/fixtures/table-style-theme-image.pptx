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>
  <a:tblStyle styleId="{11111111-1111-1111-1111-111111111111}">
    <a:tblBg>
      <a:effectLst>
        <a:glow rad="19050">
          <a:srgbClr val="FF0000"/>
        </a:glow>
      </a:effectLst>
    </a:tblBg>
    <a:wholeTbl>
      <a:tcStyle>
        <a:fillRef idx="1">
          <a:schemeClr val="accent1"/>
        </a:fillRef>
        <a:cell3D prstMaterial="plastic">
          <a:bevel w="19050" h="19050" prst="circle"/>
          <a:lightRig rig="threePt" dir="t"/>
        </a:cell3D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24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56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7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5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3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1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0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63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{11111111-1111-1111-1111-111111111111}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theme/_rels/theme1.xml.rels><Relationships xmlns="http://schemas.openxmlformats.org/package/2006/relationships"><Relationship Id="rIdTexture" Type="http://schemas.openxmlformats.org/officeDocument/2006/relationships/image" Target="../media/table-texture.jpg"/></Relationships>
</file>

<file path=ppt/theme/theme1.xml><?xml version="1.0" encoding="utf-8"?>
<ns0:theme xmlns:ns0="http://schemas.openxmlformats.org/drawingml/2006/main" xmlns:ns1="http://schemas.openxmlformats.org/officeDocument/2006/relationships" name="Office-téma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blipFill>
          <ns0:blip ns1:embed="rIdTexture"/>
          <ns0:srcRect l="10000"/>
          <ns0:tile sx="50000" sy="50000" flip="x"/>
        </ns0:blip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shade val="51000"/>
                <ns0:satMod val="130000"/>
              </ns0:schemeClr>
            </ns0:gs>
            <ns0:gs pos="80000">
              <ns0:schemeClr val="phClr">
                <ns0:shade val="93000"/>
                <ns0:satMod val="130000"/>
              </ns0:schemeClr>
            </ns0:gs>
            <ns0:gs pos="100000">
              <ns0:schemeClr val="phClr">
                <ns0:shade val="94000"/>
                <ns0:satMod val="135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/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Diavetítés a képernyőre (4:3 oldalarány)</PresentationFormat>
  <Paragraphs>1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zolnai</dc:creator>
  <cp:lastModifiedBy>zolnai</cp:lastModifiedBy>
  <cp:revision>1</cp:revision>
  <dcterms:created xsi:type="dcterms:W3CDTF">2014-12-05T16:37:59Z</dcterms:created>
  <dcterms:modified xsi:type="dcterms:W3CDTF">2014-12-05T16:40:30Z</dcterms:modified>
</cp:coreProperties>
</file>